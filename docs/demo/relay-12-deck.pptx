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2517d0276a4567" /><Relationship Type="http://schemas.openxmlformats.org/officeDocument/2006/relationships/extended-properties" Target="/docProps/app.xml" Id="R532e9931f3164129" /><Relationship Type="http://schemas.openxmlformats.org/officeDocument/2006/relationships/officeDocument" Target="/ppt/presentation.xml" Id="R92008da4a7d54c1f" /></Relationships>
</file>

<file path=ppt/presentation.xml><?xml version="1.0" encoding="utf-8"?>
<p:presentation xmlns:p="http://schemas.openxmlformats.org/presentationml/2006/main">
  <p:sldMasterIdLst>
    <p:sldMasterId xmlns:r="http://schemas.openxmlformats.org/officeDocument/2006/relationships" id="2147483648" r:id="Rb336ba03a8e34efc"/>
  </p:sldMasterIdLst>
  <p:notesMasterIdLst>
    <p:notesMasterId xmlns:r="http://schemas.openxmlformats.org/officeDocument/2006/relationships" r:id="R2e613cbca8034eed"/>
  </p:notesMasterIdLst>
  <p:sldIdLst>
    <p:sldId xmlns:r="http://schemas.openxmlformats.org/officeDocument/2006/relationships" id="256" r:id="R6eb87544640f4647"/>
    <p:sldId xmlns:r="http://schemas.openxmlformats.org/officeDocument/2006/relationships" id="257" r:id="Rb7686558d9d74dc9"/>
    <p:sldId xmlns:r="http://schemas.openxmlformats.org/officeDocument/2006/relationships" id="258" r:id="R63a61a41bc5d42cd"/>
    <p:sldId xmlns:r="http://schemas.openxmlformats.org/officeDocument/2006/relationships" id="259" r:id="Rbedcb655ce9641a9"/>
    <p:sldId xmlns:r="http://schemas.openxmlformats.org/officeDocument/2006/relationships" id="260" r:id="Rafc1d4743c5b411c"/>
    <p:sldId xmlns:r="http://schemas.openxmlformats.org/officeDocument/2006/relationships" id="261" r:id="R1ef6906ab11f41a7"/>
    <p:sldId xmlns:r="http://schemas.openxmlformats.org/officeDocument/2006/relationships" id="262" r:id="R4ddb2495339d467b"/>
    <p:sldId xmlns:r="http://schemas.openxmlformats.org/officeDocument/2006/relationships" id="263" r:id="Rab1d7b02285a4a52"/>
    <p:sldId xmlns:r="http://schemas.openxmlformats.org/officeDocument/2006/relationships" id="264" r:id="R4fb068dd6c2640ac"/>
    <p:sldId xmlns:r="http://schemas.openxmlformats.org/officeDocument/2006/relationships" id="265" r:id="Rd83e564399fb49e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37a9ef24cb4932" /><Relationship Type="http://schemas.openxmlformats.org/officeDocument/2006/relationships/slideMaster" Target="/ppt/slideMasters/slideMaster1.xml" Id="Rb336ba03a8e34efc" /><Relationship Type="http://schemas.openxmlformats.org/officeDocument/2006/relationships/notesMaster" Target="/ppt/notesMasters/notesMaster1.xml" Id="R2e613cbca8034eed" /><Relationship Type="http://schemas.openxmlformats.org/officeDocument/2006/relationships/presProps" Target="/ppt/presProps.xml" Id="Ra907012ec240414e" /><Relationship Type="http://schemas.openxmlformats.org/officeDocument/2006/relationships/tableStyles" Target="/ppt/tableStyles.xml" Id="Rf31cc14765574f9d" /><Relationship Type="http://schemas.openxmlformats.org/officeDocument/2006/relationships/slide" Target="/ppt/slides/slide1.xml" Id="R6eb87544640f4647" /><Relationship Type="http://schemas.openxmlformats.org/officeDocument/2006/relationships/slide" Target="/ppt/slides/slide2.xml" Id="Rb7686558d9d74dc9" /><Relationship Type="http://schemas.openxmlformats.org/officeDocument/2006/relationships/slide" Target="/ppt/slides/slide3.xml" Id="R63a61a41bc5d42cd" /><Relationship Type="http://schemas.openxmlformats.org/officeDocument/2006/relationships/slide" Target="/ppt/slides/slide4.xml" Id="Rbedcb655ce9641a9" /><Relationship Type="http://schemas.openxmlformats.org/officeDocument/2006/relationships/slide" Target="/ppt/slides/slide5.xml" Id="Rafc1d4743c5b411c" /><Relationship Type="http://schemas.openxmlformats.org/officeDocument/2006/relationships/slide" Target="/ppt/slides/slide6.xml" Id="R1ef6906ab11f41a7" /><Relationship Type="http://schemas.openxmlformats.org/officeDocument/2006/relationships/slide" Target="/ppt/slides/slide7.xml" Id="R4ddb2495339d467b" /><Relationship Type="http://schemas.openxmlformats.org/officeDocument/2006/relationships/slide" Target="/ppt/slides/slide8.xml" Id="Rab1d7b02285a4a52" /><Relationship Type="http://schemas.openxmlformats.org/officeDocument/2006/relationships/slide" Target="/ppt/slides/slide9.xml" Id="R4fb068dd6c2640ac" /><Relationship Type="http://schemas.openxmlformats.org/officeDocument/2006/relationships/slide" Target="/ppt/slides/slide10.xml" Id="Rd83e564399fb49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128a399e7642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f03272688c4436" /><Relationship Type="http://schemas.openxmlformats.org/officeDocument/2006/relationships/notesMaster" Target="/ppt/notesMasters/notesMaster1.xml" Id="Rb2beeaf30b3049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16d66ae3f34b05" /><Relationship Type="http://schemas.openxmlformats.org/officeDocument/2006/relationships/notesMaster" Target="/ppt/notesMasters/notesMaster1.xml" Id="R1195c3c3d5784c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8688b954464647" /><Relationship Type="http://schemas.openxmlformats.org/officeDocument/2006/relationships/notesMaster" Target="/ppt/notesMasters/notesMaster1.xml" Id="R87e486867a204c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20a95917c34e33" /><Relationship Type="http://schemas.openxmlformats.org/officeDocument/2006/relationships/notesMaster" Target="/ppt/notesMasters/notesMaster1.xml" Id="Rc5396dbe505d41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d3c727b4a54158" /><Relationship Type="http://schemas.openxmlformats.org/officeDocument/2006/relationships/notesMaster" Target="/ppt/notesMasters/notesMaster1.xml" Id="R077dbb8516454d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5a99d731264de0" /><Relationship Type="http://schemas.openxmlformats.org/officeDocument/2006/relationships/notesMaster" Target="/ppt/notesMasters/notesMaster1.xml" Id="R573e8fe653da44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47ad9238544a60" /><Relationship Type="http://schemas.openxmlformats.org/officeDocument/2006/relationships/notesMaster" Target="/ppt/notesMasters/notesMaster1.xml" Id="R010049b289e147f1"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f4f9c060524a1c" /><Relationship Type="http://schemas.openxmlformats.org/officeDocument/2006/relationships/notesMaster" Target="/ppt/notesMasters/notesMaster1.xml" Id="Rf57cd1bb184b47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03f2d31b614dc8" /><Relationship Type="http://schemas.openxmlformats.org/officeDocument/2006/relationships/notesMaster" Target="/ppt/notesMasters/notesMaster1.xml" Id="R18eb70d9cf34433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b6cbb5bc0df44b6" /><Relationship Type="http://schemas.openxmlformats.org/officeDocument/2006/relationships/notesMaster" Target="/ppt/notesMasters/notesMaster1.xml" Id="R2fb225304d3648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campus coordinator needs compatible adapters before an event. All campus records are synthetic and dispatch is simulated. This deck accompanies a 3:30 recording storyboard. A final video is still pending.</a:t>
            </a:r>
          </a:p>
          <a:p xmlns:a="http://schemas.openxmlformats.org/drawingml/2006/main">
            <a:r>
              <a:t/>
            </a:r>
          </a:p>
          <a:p xmlns:a="http://schemas.openxmlformats.org/drawingml/2006/main">
            <a:r>
              <a:t>Sources</a:t>
            </a:r>
          </a:p>
          <a:p xmlns:a="http://schemas.openxmlformats.org/drawingml/2006/main">
            <a:r>
              <a:t>https://github.com/multiagent111-collab/rover-relay/blob/codex/relay-hackathon-2026/docs/DEMO.md</a:t>
            </a:r>
          </a:p>
          <a:p xmlns:a="http://schemas.openxmlformats.org/drawingml/2006/main">
            <a:r>
              <a:t>https://github.com/multiagent111-collab/rover-relay/blob/codex/relay-hackathon-2026/README.md</a:t>
            </a:r>
          </a:p>
          <a:p xmlns:a="http://schemas.openxmlformats.org/drawingml/2006/main">
            <a:r>
              <a:t>Event branch links refer to the local candidate and require publication before external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Canonical synthetic scenario. Relay checks compatibility, quantity, delivery cost, capacity and route time. This is a working demonstration, not a measured study of real event coordinators.</a:t>
            </a:r>
          </a:p>
          <a:p xmlns:a="http://schemas.openxmlformats.org/drawingml/2006/main">
            <a:r>
              <a:t/>
            </a:r>
          </a:p>
          <a:p xmlns:a="http://schemas.openxmlformats.org/drawingml/2006/main">
            <a:r>
              <a:t>Sources</a:t>
            </a:r>
          </a:p>
          <a:p xmlns:a="http://schemas.openxmlformats.org/drawingml/2006/main">
            <a:r>
              <a:t>https://github.com/multiagent111-collab/rover-relay/blob/codex/relay-hackathon-2026/docs/JUDGE_QUICKSTART.md</a:t>
            </a:r>
          </a:p>
          <a:p xmlns:a="http://schemas.openxmlformats.org/drawingml/2006/main">
            <a:r>
              <a:t>Event branch links refer to the local candidate and require publication before external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actual screenshot records courier decline and comparison. It is not the separate stock-loss HTTP run. Both flows produce a replacement requiring fresh approval. Observed stock is never a supplier reservation.</a:t>
            </a:r>
          </a:p>
          <a:p xmlns:a="http://schemas.openxmlformats.org/drawingml/2006/main">
            <a:r>
              <a:t/>
            </a:r>
          </a:p>
          <a:p xmlns:a="http://schemas.openxmlformats.org/drawingml/2006/main">
            <a:r>
              <a:t>Sources</a:t>
            </a:r>
          </a:p>
          <a:p xmlns:a="http://schemas.openxmlformats.org/drawingml/2006/main">
            <a:r>
              <a:t>https://github.com/multiagent111-collab/rover-relay/blob/codex/relay-hackathon-2026/examples/recorded/relay-11-browser-2026-10-22.json</a:t>
            </a:r>
          </a:p>
          <a:p xmlns:a="http://schemas.openxmlformats.org/drawingml/2006/main">
            <a:r>
              <a:t>https://github.com/multiagent111-collab/rover-relay/blob/codex/relay-hackathon-2026/examples/recorded/relay-11-browser-comparison.jpg</a:t>
            </a:r>
          </a:p>
          <a:p xmlns:a="http://schemas.openxmlformats.org/drawingml/2006/main">
            <a:r>
              <a:t>Event branch links refer to the local candidate and require publication before external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native workflow labels. React/Vite browser, TypeScript/Fastify API, Zod contracts, SQLite or PostgreSQL. Models cannot execute SQL or create jobs. Sample and live adapters are explicitly selected with no fallback.</a:t>
            </a:r>
          </a:p>
          <a:p xmlns:a="http://schemas.openxmlformats.org/drawingml/2006/main">
            <a:r>
              <a:t/>
            </a:r>
          </a:p>
          <a:p xmlns:a="http://schemas.openxmlformats.org/drawingml/2006/main">
            <a:r>
              <a:t>Sources</a:t>
            </a:r>
          </a:p>
          <a:p xmlns:a="http://schemas.openxmlformats.org/drawingml/2006/main">
            <a:r>
              <a:t>https://github.com/multiagent111-collab/rover-relay/blob/codex/relay-hackathon-2026/docs/ARCHITECTURE.md</a:t>
            </a:r>
          </a:p>
          <a:p xmlns:a="http://schemas.openxmlformats.org/drawingml/2006/main">
            <a:r>
              <a:t>https://github.com/multiagent111-collab/rover-relay/blob/codex/relay-hackathon-2026/docs/INTAKE_AND_COORDINATION.md</a:t>
            </a:r>
          </a:p>
          <a:p xmlns:a="http://schemas.openxmlformats.org/drawingml/2006/main">
            <a:r>
              <a:t>https://github.com/multiagent111-collab/rover-relay/blob/codex/relay-hackathon-2026/docs/EXECUTION_CONTRACT.md</a:t>
            </a:r>
          </a:p>
          <a:p xmlns:a="http://schemas.openxmlformats.org/drawingml/2006/main">
            <a:r>
              <a:t>Event branch links refer to the local candidate and require publication before external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Meterless H-MEM at revision 1742dec56a66e58eef9dda2d2b865823758ca8cd, unmodified Apache-2.0 source included. Fifteen source hashes and thirteen upstream checks passed in RELAY-11. Initial integration is prior work. RELAY-06 adds confirmed preference influence, scope, multi-process persistence and stale approval proof. Upstream audit retention is distinct from active forgetting.</a:t>
            </a:r>
          </a:p>
          <a:p xmlns:a="http://schemas.openxmlformats.org/drawingml/2006/main">
            <a:r>
              <a:t/>
            </a:r>
          </a:p>
          <a:p xmlns:a="http://schemas.openxmlformats.org/drawingml/2006/main">
            <a:r>
              <a:t>Sources</a:t>
            </a:r>
          </a:p>
          <a:p xmlns:a="http://schemas.openxmlformats.org/drawingml/2006/main">
            <a:r>
              <a:t>https://github.com/multiagent111-collab/rover-relay/blob/codex/relay-hackathon-2026/THIRD_PARTY_NOTICES.md</a:t>
            </a:r>
          </a:p>
          <a:p xmlns:a="http://schemas.openxmlformats.org/drawingml/2006/main">
            <a:r>
              <a:t>https://github.com/multiagent111-collab/rover-relay/blob/codex/relay-hackathon-2026/docs/MEMORY_SAFETY.md</a:t>
            </a:r>
          </a:p>
          <a:p xmlns:a="http://schemas.openxmlformats.org/drawingml/2006/main">
            <a:r>
              <a:t>https://github.com/multiagent111-collab/rover-relay/blob/codex/relay-hackathon-2026/examples/recorded/relay-11-offline-evaluation-2026-10-22.json</a:t>
            </a:r>
          </a:p>
          <a:p xmlns:a="http://schemas.openxmlformats.org/drawingml/2006/main">
            <a:r>
              <a:t>Event branch links refer to the local candidate and require publication before external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RELAY-11 captured 2026-10-23 UTC / October 22 PDT. Mission 5865aac1-dc3a-4ebb-bb3b-a51d70d65a66. Planner nvidia/nemotron-3.5-super-vl-120b-a12b, receipt rcpt_req_25sqnibj. Critic nvidia/nemotron-3-ultra-550b-a55b, receipt rcpt_req_ex5ig7x7. Both cache misses, Runtime receipt log matched. Six Relay HTTP attempts include discovery, two queries, two model requests and receipt read. Runtime internal fanout unmeasured. Receipt correlation is not independent NVIDIA attestation or signature verification. Actual H-MEM confirmed entrance in isolated state. The original report phase-label erratum is documented; no claim of exact requested Lightning model.</a:t>
            </a:r>
          </a:p>
          <a:p xmlns:a="http://schemas.openxmlformats.org/drawingml/2006/main">
            <a:r>
              <a:t/>
            </a:r>
          </a:p>
          <a:p xmlns:a="http://schemas.openxmlformats.org/drawingml/2006/main">
            <a:r>
              <a:t>Sources</a:t>
            </a:r>
          </a:p>
          <a:p xmlns:a="http://schemas.openxmlformats.org/drawingml/2006/main">
            <a:r>
              <a:t>https://github.com/multiagent111-collab/rover-relay/blob/codex/relay-hackathon-2026/docs/EVALUATION.md</a:t>
            </a:r>
          </a:p>
          <a:p xmlns:a="http://schemas.openxmlformats.org/drawingml/2006/main">
            <a:r>
              <a:t>https://github.com/multiagent111-collab/rover-relay/blob/codex/relay-hackathon-2026/examples/recorded/relay-11-live-evaluation-2026-10-22.json</a:t>
            </a:r>
          </a:p>
          <a:p xmlns:a="http://schemas.openxmlformats.org/drawingml/2006/main">
            <a:r>
              <a:t>https://github.com/multiagent111-collab/rover-relay/blob/codex/relay-hackathon-2026/docs/SOURCE_EVIDENCE.md</a:t>
            </a:r>
          </a:p>
          <a:p xmlns:a="http://schemas.openxmlformats.org/drawingml/2006/main">
            <a:r>
              <a:t>Event branch links refer to the local candidate and require publication before external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Dated RELAY-11 evaluation, commit 1fff46c. A01-A20 and A24 pass. A21-A23 deferred. These are functional checks, not statistical reliability estimates. Seven measured offline cases separately report generator and snapshot counts with zero external calls.</a:t>
            </a:r>
          </a:p>
          <a:p xmlns:a="http://schemas.openxmlformats.org/drawingml/2006/main">
            <a:r>
              <a:t/>
            </a:r>
          </a:p>
          <a:p xmlns:a="http://schemas.openxmlformats.org/drawingml/2006/main">
            <a:r>
              <a:t>Sources</a:t>
            </a:r>
          </a:p>
          <a:p xmlns:a="http://schemas.openxmlformats.org/drawingml/2006/main">
            <a:r>
              <a:t>https://github.com/multiagent111-collab/rover-relay/blob/codex/relay-hackathon-2026/docs/EVALUATION.md</a:t>
            </a:r>
          </a:p>
          <a:p xmlns:a="http://schemas.openxmlformats.org/drawingml/2006/main">
            <a:r>
              <a:t>https://github.com/multiagent111-collab/rover-relay/blob/codex/relay-hackathon-2026/examples/recorded/relay-11-acceptance-2026-10-22.json</a:t>
            </a:r>
          </a:p>
          <a:p xmlns:a="http://schemas.openxmlformats.org/drawingml/2006/main">
            <a:r>
              <a:t>Event branch links refer to the local candidate and require publication before external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Protected baseline tag rover-relay-pre-event-2026-10-21 at 1b19c528d639134691289d9c0db38d82e9f277ff. RELAY-00 through RELAY-11 local commits are listed in docs/DEMO.md. RELAY-12 supplies reproducible current docs, HTTP setup proof and this deck/storyboard. All this session uses Codex, under user-supplied any-agent rule. No Cursor use/credits are claimed. A later commit cannot reclassify inherited code as new work.</a:t>
            </a:r>
          </a:p>
          <a:p xmlns:a="http://schemas.openxmlformats.org/drawingml/2006/main">
            <a:r>
              <a:t/>
            </a:r>
          </a:p>
          <a:p xmlns:a="http://schemas.openxmlformats.org/drawingml/2006/main">
            <a:r>
              <a:t>Sources</a:t>
            </a:r>
          </a:p>
          <a:p xmlns:a="http://schemas.openxmlformats.org/drawingml/2006/main">
            <a:r>
              <a:t>https://github.com/multiagent111-collab/rover-relay/blob/codex/relay-hackathon-2026/docs/PRIOR_WORK.md</a:t>
            </a:r>
          </a:p>
          <a:p xmlns:a="http://schemas.openxmlformats.org/drawingml/2006/main">
            <a:r>
              <a:t>https://github.com/multiagent111-collab/rover-relay/blob/codex/relay-hackathon-2026/docs/EVENT_WORKFLOW.md</a:t>
            </a:r>
          </a:p>
          <a:p xmlns:a="http://schemas.openxmlformats.org/drawingml/2006/main">
            <a:r>
              <a:t>https://github.com/multiagent111-collab/rover-relay/blob/codex/relay-hackathon-2026/docs/DEMO.md</a:t>
            </a:r>
          </a:p>
          <a:p xmlns:a="http://schemas.openxmlformats.org/drawingml/2006/main">
            <a:r>
              <a:t>https://github.com/multiagent111-collab/rover-relay/blob/codex/relay-hackathon-2026/docs/DEVELOPMENT_LOG.md</a:t>
            </a:r>
          </a:p>
          <a:p xmlns:a="http://schemas.openxmlformats.org/drawingml/2006/main">
            <a:r>
              <a:t>Event branch links refer to the local candidate and require publication before external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Execution-1.0 schemas and public gateway fixture conformance shipped in RELAY-10 d139f57. Normal server uses SimulatorExecutor. Gateway only constructor injection, no runtime activation flag. No private ROVER source, schema or real jobs ship in this candidate.</a:t>
            </a:r>
          </a:p>
          <a:p xmlns:a="http://schemas.openxmlformats.org/drawingml/2006/main">
            <a:r>
              <a:t/>
            </a:r>
          </a:p>
          <a:p xmlns:a="http://schemas.openxmlformats.org/drawingml/2006/main">
            <a:r>
              <a:t>Sources</a:t>
            </a:r>
          </a:p>
          <a:p xmlns:a="http://schemas.openxmlformats.org/drawingml/2006/main">
            <a:r>
              <a:t>https://github.com/multiagent111-collab/rover-relay/blob/codex/relay-hackathon-2026/docs/EXECUTION_CONTRACT.md</a:t>
            </a:r>
          </a:p>
          <a:p xmlns:a="http://schemas.openxmlformats.org/drawingml/2006/main">
            <a:r>
              <a:t>Event branch links refer to the local candidate and require publication before external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scripts export current candidate source, perform a locked install/build and actual loopback HTTP scenarios plus measured memory cases. Node 22.13+, tested Node 26.2.0 Windows. No private helpers, Docker or keys needed. npm installation may need registry access. Event candidate local commits require publication before remote clone matches. Final 1-4 minute video is pending. Official event page accessed October 22 PDT confirms deadline October 27 2026 23:45 UTC and deck/video/source fields, but retains older Cursor wording that conflicts with participant-supplied update. Final account/team/track fields and upload remain participant actions.</a:t>
            </a:r>
          </a:p>
          <a:p xmlns:a="http://schemas.openxmlformats.org/drawingml/2006/main">
            <a:r>
              <a:t/>
            </a:r>
          </a:p>
          <a:p xmlns:a="http://schemas.openxmlformats.org/drawingml/2006/main">
            <a:r>
              <a:t>Sources</a:t>
            </a:r>
          </a:p>
          <a:p xmlns:a="http://schemas.openxmlformats.org/drawingml/2006/main">
            <a:r>
              <a:t>https://github.com/multiagent111-collab/rover-relay/blob/codex/relay-hackathon-2026/docs/JUDGE_QUICKSTART.md</a:t>
            </a:r>
          </a:p>
          <a:p xmlns:a="http://schemas.openxmlformats.org/drawingml/2006/main">
            <a:r>
              <a:t>https://github.com/multiagent111-collab/rover-relay/blob/codex/relay-hackathon-2026/docs/DEMO.md</a:t>
            </a:r>
          </a:p>
          <a:p xmlns:a="http://schemas.openxmlformats.org/drawingml/2006/main">
            <a:r>
              <a:t>https://github.com/multiagent111-collab/rover-relay/blob/codex/relay-hackathon-2026/docs/HACKATHON_REQUIREMENTS.md</a:t>
            </a:r>
          </a:p>
          <a:p xmlns:a="http://schemas.openxmlformats.org/drawingml/2006/main">
            <a:r>
              <a:t>https://hackathon.genai.works/event/open-agent-hackathon-2026</a:t>
            </a:r>
          </a:p>
          <a:p xmlns:a="http://schemas.openxmlformats.org/drawingml/2006/main">
            <a:r>
              <a:t>Event branch links refer to the local candidate and require publication before external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60b7147b2a4d6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9ee16fc8911430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4beb4dead28402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5317104762f415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0bb271019ac4e4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dfdc95f181d48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F03226-CEF7-40F7-9CAB-64C7748E4B9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0AADF95-990C-4941-AE67-CEDC6D613EE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B6890D3-C859-4310-AD72-C8C8B0E9302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47FFAD-C274-4C8A-A5F2-F1F8585EFB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F6B2879-77F4-4106-BA2A-B5D93E44EB4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59D37C5-DF86-402B-8DA2-D3960C86BC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411542-665E-4BF5-A103-C20C56119C2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CB31F88-2979-4A67-85B7-17795AC24CB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46E401-0020-4DFA-80C1-CE04D53579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7F96925-4146-4604-8D05-817247B3B03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5af5b337a04ea2" /><Relationship Type="http://schemas.openxmlformats.org/officeDocument/2006/relationships/slideLayout" Target="/ppt/slideLayouts/slideLayout1.xml" Id="R9d5122d061fb4564" /><Relationship Type="http://schemas.openxmlformats.org/officeDocument/2006/relationships/slideLayout" Target="/ppt/slideLayouts/slideLayout2.xml" Id="Rf9ea081d2bed40b2" /><Relationship Type="http://schemas.openxmlformats.org/officeDocument/2006/relationships/slideLayout" Target="/ppt/slideLayouts/slideLayout3.xml" Id="Rbcf58491da904991" /><Relationship Type="http://schemas.openxmlformats.org/officeDocument/2006/relationships/slideLayout" Target="/ppt/slideLayouts/slideLayout4.xml" Id="R847de65e2b414969" /><Relationship Type="http://schemas.openxmlformats.org/officeDocument/2006/relationships/slideLayout" Target="/ppt/slideLayouts/slideLayout5.xml" Id="R8cc21efa70aa4727" /><Relationship Type="http://schemas.openxmlformats.org/officeDocument/2006/relationships/slideLayout" Target="/ppt/slideLayouts/slideLayout6.xml" Id="R1e70cd8506824c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5122d061fb4564"/>
    <p:sldLayoutId xmlns:r="http://schemas.openxmlformats.org/officeDocument/2006/relationships" id="2147483650" r:id="Rf9ea081d2bed40b2"/>
    <p:sldLayoutId xmlns:r="http://schemas.openxmlformats.org/officeDocument/2006/relationships" id="2147483651" r:id="Rbcf58491da904991"/>
    <p:sldLayoutId xmlns:r="http://schemas.openxmlformats.org/officeDocument/2006/relationships" id="2147483652" r:id="R847de65e2b414969"/>
    <p:sldLayoutId xmlns:r="http://schemas.openxmlformats.org/officeDocument/2006/relationships" id="2147483653" r:id="R8cc21efa70aa4727"/>
    <p:sldLayoutId xmlns:r="http://schemas.openxmlformats.org/officeDocument/2006/relationships" id="2147483654" r:id="R1e70cd8506824c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2b043d9cb5b4fba" /><Relationship Type="http://schemas.openxmlformats.org/officeDocument/2006/relationships/notesSlide" Target="/ppt/notesSlides/notesSlide1.xml" Id="R5c20897faabf42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6900916642d4b75" /><Relationship Type="http://schemas.openxmlformats.org/officeDocument/2006/relationships/notesSlide" Target="/ppt/notesSlides/notesSlide2.xml" Id="Rae271b4e692848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f608a9bd8404adf" /><Relationship Type="http://schemas.openxmlformats.org/officeDocument/2006/relationships/image" Target="/ppt/media/image.jpeg" Id="Ref291c3a8fa64660" /><Relationship Type="http://schemas.openxmlformats.org/officeDocument/2006/relationships/notesSlide" Target="/ppt/notesSlides/notesSlide3.xml" Id="R5ee773e9f6344e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cb8f1e096924a37" /><Relationship Type="http://schemas.openxmlformats.org/officeDocument/2006/relationships/notesSlide" Target="/ppt/notesSlides/notesSlide4.xml" Id="R2e9e8d08392d43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84c3d61e62140eb" /><Relationship Type="http://schemas.openxmlformats.org/officeDocument/2006/relationships/notesSlide" Target="/ppt/notesSlides/notesSlide5.xml" Id="R3e286098969446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ef131de68c04c6c" /><Relationship Type="http://schemas.openxmlformats.org/officeDocument/2006/relationships/notesSlide" Target="/ppt/notesSlides/notesSlide6.xml" Id="Re6aedaa962214c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0e7830e3d9a447a" /><Relationship Type="http://schemas.openxmlformats.org/officeDocument/2006/relationships/notesSlide" Target="/ppt/notesSlides/notesSlide7.xml" Id="R4a87e3c5c1f045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f8dc7c823ca4ae6" /><Relationship Type="http://schemas.openxmlformats.org/officeDocument/2006/relationships/notesSlide" Target="/ppt/notesSlides/notesSlide8.xml" Id="R48c3e8d59aee417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d5ba066c4604a44" /><Relationship Type="http://schemas.openxmlformats.org/officeDocument/2006/relationships/notesSlide" Target="/ppt/notesSlides/notesSlide9.xml" Id="R76b3b99244f244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470eb97fe4d4e6f" /><Relationship Type="http://schemas.openxmlformats.org/officeDocument/2006/relationships/notesSlide" Target="/ppt/notesSlides/notesSlide10.xml" Id="Rc7803c97bfac493b" /></Relationships>
</file>

<file path=ppt/slides/slide1.xml><?xml version="1.0" encoding="utf-8"?>
<p:sld xmlns:p="http://schemas.openxmlformats.org/presentationml/2006/main">
  <p:cSld>
    <p:bg>
      <p:bgPr>
        <a:solidFill xmlns:a="http://schemas.openxmlformats.org/drawingml/2006/main">
          <a:srgbClr val="112E3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1AD59C-D2EF-4FC7-A8C7-71330259181D}"/>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4F5EE"/>
                </a:solidFill>
                <a:latin typeface="Arial"/>
                <a:ea typeface="Arial"/>
                <a:cs typeface="Arial"/>
              </a:defRPr>
            </a:defPPr>
            <a:lvl1pPr>
              <a:defRPr sz="3300" b="1">
                <a:solidFill>
                  <a:srgbClr val="F4F5EE"/>
                </a:solidFill>
                <a:latin typeface="Arial"/>
                <a:ea typeface="Arial"/>
                <a:cs typeface="Arial"/>
              </a:defRPr>
            </a:lvl1pPr>
            <a:lvl2pPr>
              <a:defRPr sz="3300" b="1">
                <a:solidFill>
                  <a:srgbClr val="F4F5EE"/>
                </a:solidFill>
                <a:latin typeface="Arial"/>
                <a:ea typeface="Arial"/>
                <a:cs typeface="Arial"/>
              </a:defRPr>
            </a:lvl2pPr>
            <a:lvl3pPr>
              <a:defRPr sz="3300" b="1">
                <a:solidFill>
                  <a:srgbClr val="F4F5EE"/>
                </a:solidFill>
                <a:latin typeface="Arial"/>
                <a:ea typeface="Arial"/>
                <a:cs typeface="Arial"/>
              </a:defRPr>
            </a:lvl3pPr>
            <a:lvl4pPr>
              <a:defRPr sz="3300" b="1">
                <a:solidFill>
                  <a:srgbClr val="F4F5EE"/>
                </a:solidFill>
                <a:latin typeface="Arial"/>
                <a:ea typeface="Arial"/>
                <a:cs typeface="Arial"/>
              </a:defRPr>
            </a:lvl4pPr>
            <a:lvl5pPr>
              <a:defRPr sz="3300" b="1">
                <a:solidFill>
                  <a:srgbClr val="F4F5EE"/>
                </a:solidFill>
                <a:latin typeface="Arial"/>
                <a:ea typeface="Arial"/>
                <a:cs typeface="Arial"/>
              </a:defRPr>
            </a:lvl5pPr>
            <a:lvl6pPr>
              <a:defRPr sz="3300" b="1">
                <a:solidFill>
                  <a:srgbClr val="F4F5EE"/>
                </a:solidFill>
                <a:latin typeface="Arial"/>
                <a:ea typeface="Arial"/>
                <a:cs typeface="Arial"/>
              </a:defRPr>
            </a:lvl6pPr>
            <a:lvl7pPr>
              <a:defRPr sz="3300" b="1">
                <a:solidFill>
                  <a:srgbClr val="F4F5EE"/>
                </a:solidFill>
                <a:latin typeface="Arial"/>
                <a:ea typeface="Arial"/>
                <a:cs typeface="Arial"/>
              </a:defRPr>
            </a:lvl7pPr>
            <a:lvl8pPr>
              <a:defRPr sz="3300" b="1">
                <a:solidFill>
                  <a:srgbClr val="F4F5EE"/>
                </a:solidFill>
                <a:latin typeface="Arial"/>
                <a:ea typeface="Arial"/>
                <a:cs typeface="Arial"/>
              </a:defRPr>
            </a:lvl8pPr>
            <a:lvl9pPr>
              <a:defRPr sz="3300" b="1">
                <a:solidFill>
                  <a:srgbClr val="F4F5EE"/>
                </a:solidFill>
                <a:latin typeface="Arial"/>
                <a:ea typeface="Arial"/>
                <a:cs typeface="Arial"/>
              </a:defRPr>
            </a:lvl9pPr>
          </a:lstStyle>
          <a:p xmlns:a="http://schemas.openxmlformats.org/drawingml/2006/main">
            <a:pPr>
              <a:defRPr sz="3300" b="1">
                <a:solidFill>
                  <a:srgbClr val="F4F5EE"/>
                </a:solidFill>
                <a:latin typeface="Arial"/>
                <a:ea typeface="Arial"/>
                <a:cs typeface="Arial"/>
              </a:defRPr>
            </a:pPr>
            <a:r>
              <a:rPr sz="3300" b="1">
                <a:solidFill>
                  <a:srgbClr val="F4F5EE"/>
                </a:solidFill>
                <a:latin typeface="Arial"/>
                <a:ea typeface="Arial"/>
                <a:cs typeface="Arial"/>
              </a:rPr>
              <a:t>ROVER Relay</a:t>
            </a:r>
          </a:p>
        </p:txBody>
      </p:sp>
      <p:sp>
        <p:nvSpPr>
          <p:cNvPr id="2" name="">
            <a:extLst xmlns:a="http://schemas.openxmlformats.org/drawingml/2006/main">
              <a:ext uri="{FF2B5EF4-FFF2-40B4-BE49-F238E27FC236}">
                <a16:creationId xmlns:a16="http://schemas.microsoft.com/office/drawing/2014/main" id="{EF71792A-F810-4884-9DB6-2425ADA0F5A9}"/>
              </a:ext>
            </a:extLst>
          </p:cNvPr>
          <p:cNvSpPr>
            <a:spLocks xmlns:a="http://schemas.openxmlformats.org/drawingml/2006/main" noGrp="1"/>
          </p:cNvSpPr>
          <p:nvPr/>
        </p:nvSpPr>
        <p:spPr>
          <a:xfrm xmlns:a="http://schemas.openxmlformats.org/drawingml/2006/main">
            <a:off x="609600" y="642937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C4D3CD"/>
                </a:solidFill>
                <a:latin typeface="Arial"/>
                <a:ea typeface="Arial"/>
                <a:cs typeface="Arial"/>
              </a:defRPr>
            </a:defPPr>
            <a:lvl1pPr>
              <a:defRPr sz="1200" b="0">
                <a:solidFill>
                  <a:srgbClr val="C4D3CD"/>
                </a:solidFill>
                <a:latin typeface="Arial"/>
                <a:ea typeface="Arial"/>
                <a:cs typeface="Arial"/>
              </a:defRPr>
            </a:lvl1pPr>
            <a:lvl2pPr>
              <a:defRPr sz="1200" b="0">
                <a:solidFill>
                  <a:srgbClr val="C4D3CD"/>
                </a:solidFill>
                <a:latin typeface="Arial"/>
                <a:ea typeface="Arial"/>
                <a:cs typeface="Arial"/>
              </a:defRPr>
            </a:lvl2pPr>
            <a:lvl3pPr>
              <a:defRPr sz="1200" b="0">
                <a:solidFill>
                  <a:srgbClr val="C4D3CD"/>
                </a:solidFill>
                <a:latin typeface="Arial"/>
                <a:ea typeface="Arial"/>
                <a:cs typeface="Arial"/>
              </a:defRPr>
            </a:lvl3pPr>
            <a:lvl4pPr>
              <a:defRPr sz="1200" b="0">
                <a:solidFill>
                  <a:srgbClr val="C4D3CD"/>
                </a:solidFill>
                <a:latin typeface="Arial"/>
                <a:ea typeface="Arial"/>
                <a:cs typeface="Arial"/>
              </a:defRPr>
            </a:lvl4pPr>
            <a:lvl5pPr>
              <a:defRPr sz="1200" b="0">
                <a:solidFill>
                  <a:srgbClr val="C4D3CD"/>
                </a:solidFill>
                <a:latin typeface="Arial"/>
                <a:ea typeface="Arial"/>
                <a:cs typeface="Arial"/>
              </a:defRPr>
            </a:lvl5pPr>
            <a:lvl6pPr>
              <a:defRPr sz="1200" b="0">
                <a:solidFill>
                  <a:srgbClr val="C4D3CD"/>
                </a:solidFill>
                <a:latin typeface="Arial"/>
                <a:ea typeface="Arial"/>
                <a:cs typeface="Arial"/>
              </a:defRPr>
            </a:lvl6pPr>
            <a:lvl7pPr>
              <a:defRPr sz="1200" b="0">
                <a:solidFill>
                  <a:srgbClr val="C4D3CD"/>
                </a:solidFill>
                <a:latin typeface="Arial"/>
                <a:ea typeface="Arial"/>
                <a:cs typeface="Arial"/>
              </a:defRPr>
            </a:lvl7pPr>
            <a:lvl8pPr>
              <a:defRPr sz="1200" b="0">
                <a:solidFill>
                  <a:srgbClr val="C4D3CD"/>
                </a:solidFill>
                <a:latin typeface="Arial"/>
                <a:ea typeface="Arial"/>
                <a:cs typeface="Arial"/>
              </a:defRPr>
            </a:lvl8pPr>
            <a:lvl9pPr>
              <a:defRPr sz="1200" b="0">
                <a:solidFill>
                  <a:srgbClr val="C4D3CD"/>
                </a:solidFill>
                <a:latin typeface="Arial"/>
                <a:ea typeface="Arial"/>
                <a:cs typeface="Arial"/>
              </a:defRPr>
            </a:lvl9pPr>
          </a:lstStyle>
          <a:p xmlns:a="http://schemas.openxmlformats.org/drawingml/2006/main">
            <a:pPr>
              <a:defRPr sz="1200" b="0">
                <a:solidFill>
                  <a:srgbClr val="C4D3CD"/>
                </a:solidFill>
                <a:latin typeface="Arial"/>
                <a:ea typeface="Arial"/>
                <a:cs typeface="Arial"/>
              </a:defRPr>
            </a:pPr>
            <a:r>
              <a:rPr sz="1200" b="0">
                <a:solidFill>
                  <a:srgbClr val="C4D3CD"/>
                </a:solidFill>
                <a:latin typeface="Arial"/>
                <a:ea typeface="Arial"/>
                <a:cs typeface="Arial"/>
              </a:rPr>
              <a:t>Working campus equipment rescue / Offline demo, simulated execution</a:t>
            </a:r>
          </a:p>
        </p:txBody>
      </p:sp>
      <p:sp>
        <p:nvSpPr>
          <p:cNvPr id="3" name="">
            <a:extLst xmlns:a="http://schemas.openxmlformats.org/drawingml/2006/main">
              <a:ext uri="{FF2B5EF4-FFF2-40B4-BE49-F238E27FC236}">
                <a16:creationId xmlns:a16="http://schemas.microsoft.com/office/drawing/2014/main" id="{FA84EFA9-5DA4-42A6-B2CE-3FE7F85A235F}"/>
              </a:ext>
            </a:extLst>
          </p:cNvPr>
          <p:cNvSpPr>
            <a:spLocks xmlns:a="http://schemas.openxmlformats.org/drawingml/2006/main" noGrp="1"/>
          </p:cNvSpPr>
          <p:nvPr/>
        </p:nvSpPr>
        <p:spPr>
          <a:xfrm xmlns:a="http://schemas.openxmlformats.org/drawingml/2006/main">
            <a:off x="1106805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C4D3CD"/>
                </a:solidFill>
                <a:latin typeface="Arial"/>
                <a:ea typeface="Arial"/>
                <a:cs typeface="Arial"/>
              </a:defRPr>
            </a:defPPr>
            <a:lvl1pPr>
              <a:defRPr sz="1200" b="0">
                <a:solidFill>
                  <a:srgbClr val="C4D3CD"/>
                </a:solidFill>
                <a:latin typeface="Arial"/>
                <a:ea typeface="Arial"/>
                <a:cs typeface="Arial"/>
              </a:defRPr>
            </a:lvl1pPr>
            <a:lvl2pPr>
              <a:defRPr sz="1200" b="0">
                <a:solidFill>
                  <a:srgbClr val="C4D3CD"/>
                </a:solidFill>
                <a:latin typeface="Arial"/>
                <a:ea typeface="Arial"/>
                <a:cs typeface="Arial"/>
              </a:defRPr>
            </a:lvl2pPr>
            <a:lvl3pPr>
              <a:defRPr sz="1200" b="0">
                <a:solidFill>
                  <a:srgbClr val="C4D3CD"/>
                </a:solidFill>
                <a:latin typeface="Arial"/>
                <a:ea typeface="Arial"/>
                <a:cs typeface="Arial"/>
              </a:defRPr>
            </a:lvl3pPr>
            <a:lvl4pPr>
              <a:defRPr sz="1200" b="0">
                <a:solidFill>
                  <a:srgbClr val="C4D3CD"/>
                </a:solidFill>
                <a:latin typeface="Arial"/>
                <a:ea typeface="Arial"/>
                <a:cs typeface="Arial"/>
              </a:defRPr>
            </a:lvl4pPr>
            <a:lvl5pPr>
              <a:defRPr sz="1200" b="0">
                <a:solidFill>
                  <a:srgbClr val="C4D3CD"/>
                </a:solidFill>
                <a:latin typeface="Arial"/>
                <a:ea typeface="Arial"/>
                <a:cs typeface="Arial"/>
              </a:defRPr>
            </a:lvl5pPr>
            <a:lvl6pPr>
              <a:defRPr sz="1200" b="0">
                <a:solidFill>
                  <a:srgbClr val="C4D3CD"/>
                </a:solidFill>
                <a:latin typeface="Arial"/>
                <a:ea typeface="Arial"/>
                <a:cs typeface="Arial"/>
              </a:defRPr>
            </a:lvl6pPr>
            <a:lvl7pPr>
              <a:defRPr sz="1200" b="0">
                <a:solidFill>
                  <a:srgbClr val="C4D3CD"/>
                </a:solidFill>
                <a:latin typeface="Arial"/>
                <a:ea typeface="Arial"/>
                <a:cs typeface="Arial"/>
              </a:defRPr>
            </a:lvl7pPr>
            <a:lvl8pPr>
              <a:defRPr sz="1200" b="0">
                <a:solidFill>
                  <a:srgbClr val="C4D3CD"/>
                </a:solidFill>
                <a:latin typeface="Arial"/>
                <a:ea typeface="Arial"/>
                <a:cs typeface="Arial"/>
              </a:defRPr>
            </a:lvl8pPr>
            <a:lvl9pPr>
              <a:defRPr sz="1200" b="0">
                <a:solidFill>
                  <a:srgbClr val="C4D3CD"/>
                </a:solidFill>
                <a:latin typeface="Arial"/>
                <a:ea typeface="Arial"/>
                <a:cs typeface="Arial"/>
              </a:defRPr>
            </a:lvl9pPr>
          </a:lstStyle>
          <a:p xmlns:a="http://schemas.openxmlformats.org/drawingml/2006/main">
            <a:pPr>
              <a:defRPr sz="1200" b="0">
                <a:solidFill>
                  <a:srgbClr val="C4D3CD"/>
                </a:solidFill>
                <a:latin typeface="Arial"/>
                <a:ea typeface="Arial"/>
                <a:cs typeface="Arial"/>
              </a:defRPr>
            </a:pPr>
            <a:r>
              <a:rPr sz="1200" b="0">
                <a:solidFill>
                  <a:srgbClr val="C4D3C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44665F7C-257E-4A47-88A2-F8CA48E16317}"/>
              </a:ext>
            </a:extLst>
          </p:cNvPr>
          <p:cNvSpPr>
            <a:spLocks xmlns:a="http://schemas.openxmlformats.org/drawingml/2006/main" noGrp="1"/>
          </p:cNvSpPr>
          <p:nvPr/>
        </p:nvSpPr>
        <p:spPr>
          <a:xfrm xmlns:a="http://schemas.openxmlformats.org/drawingml/2006/main">
            <a:off x="609600" y="228600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650" b="1">
                <a:solidFill>
                  <a:srgbClr val="F4F5EE"/>
                </a:solidFill>
                <a:latin typeface="Arial"/>
                <a:ea typeface="Arial"/>
                <a:cs typeface="Arial"/>
              </a:defRPr>
            </a:defPPr>
            <a:lvl1pPr>
              <a:defRPr sz="4650" b="1">
                <a:solidFill>
                  <a:srgbClr val="F4F5EE"/>
                </a:solidFill>
                <a:latin typeface="Arial"/>
                <a:ea typeface="Arial"/>
                <a:cs typeface="Arial"/>
              </a:defRPr>
            </a:lvl1pPr>
            <a:lvl2pPr>
              <a:defRPr sz="4650" b="1">
                <a:solidFill>
                  <a:srgbClr val="F4F5EE"/>
                </a:solidFill>
                <a:latin typeface="Arial"/>
                <a:ea typeface="Arial"/>
                <a:cs typeface="Arial"/>
              </a:defRPr>
            </a:lvl2pPr>
            <a:lvl3pPr>
              <a:defRPr sz="4650" b="1">
                <a:solidFill>
                  <a:srgbClr val="F4F5EE"/>
                </a:solidFill>
                <a:latin typeface="Arial"/>
                <a:ea typeface="Arial"/>
                <a:cs typeface="Arial"/>
              </a:defRPr>
            </a:lvl3pPr>
            <a:lvl4pPr>
              <a:defRPr sz="4650" b="1">
                <a:solidFill>
                  <a:srgbClr val="F4F5EE"/>
                </a:solidFill>
                <a:latin typeface="Arial"/>
                <a:ea typeface="Arial"/>
                <a:cs typeface="Arial"/>
              </a:defRPr>
            </a:lvl4pPr>
            <a:lvl5pPr>
              <a:defRPr sz="4650" b="1">
                <a:solidFill>
                  <a:srgbClr val="F4F5EE"/>
                </a:solidFill>
                <a:latin typeface="Arial"/>
                <a:ea typeface="Arial"/>
                <a:cs typeface="Arial"/>
              </a:defRPr>
            </a:lvl5pPr>
            <a:lvl6pPr>
              <a:defRPr sz="4650" b="1">
                <a:solidFill>
                  <a:srgbClr val="F4F5EE"/>
                </a:solidFill>
                <a:latin typeface="Arial"/>
                <a:ea typeface="Arial"/>
                <a:cs typeface="Arial"/>
              </a:defRPr>
            </a:lvl6pPr>
            <a:lvl7pPr>
              <a:defRPr sz="4650" b="1">
                <a:solidFill>
                  <a:srgbClr val="F4F5EE"/>
                </a:solidFill>
                <a:latin typeface="Arial"/>
                <a:ea typeface="Arial"/>
                <a:cs typeface="Arial"/>
              </a:defRPr>
            </a:lvl7pPr>
            <a:lvl8pPr>
              <a:defRPr sz="4650" b="1">
                <a:solidFill>
                  <a:srgbClr val="F4F5EE"/>
                </a:solidFill>
                <a:latin typeface="Arial"/>
                <a:ea typeface="Arial"/>
                <a:cs typeface="Arial"/>
              </a:defRPr>
            </a:lvl8pPr>
            <a:lvl9pPr>
              <a:defRPr sz="4650" b="1">
                <a:solidFill>
                  <a:srgbClr val="F4F5EE"/>
                </a:solidFill>
                <a:latin typeface="Arial"/>
                <a:ea typeface="Arial"/>
                <a:cs typeface="Arial"/>
              </a:defRPr>
            </a:lvl9pPr>
          </a:lstStyle>
          <a:p xmlns:a="http://schemas.openxmlformats.org/drawingml/2006/main">
            <a:pPr>
              <a:defRPr sz="4650" b="1">
                <a:solidFill>
                  <a:srgbClr val="F4F5EE"/>
                </a:solidFill>
                <a:latin typeface="Arial"/>
                <a:ea typeface="Arial"/>
                <a:cs typeface="Arial"/>
              </a:defRPr>
            </a:pPr>
            <a:r>
              <a:rPr sz="4650" b="1">
                <a:solidFill>
                  <a:srgbClr val="F4F5EE"/>
                </a:solidFill>
                <a:latin typeface="Arial"/>
                <a:ea typeface="Arial"/>
                <a:cs typeface="Arial"/>
              </a:rPr>
              <a:t>Replacement equipment</a:t>
            </a:r>
          </a:p>
          <a:p xmlns:a="http://schemas.openxmlformats.org/drawingml/2006/main">
            <a:pPr>
              <a:defRPr sz="4650" b="1">
                <a:solidFill>
                  <a:srgbClr val="F4F5EE"/>
                </a:solidFill>
                <a:latin typeface="Arial"/>
                <a:ea typeface="Arial"/>
                <a:cs typeface="Arial"/>
              </a:defRPr>
            </a:pPr>
            <a:r>
              <a:rPr sz="4650" b="1">
                <a:solidFill>
                  <a:srgbClr val="F4F5EE"/>
                </a:solidFill>
                <a:latin typeface="Arial"/>
                <a:ea typeface="Arial"/>
                <a:cs typeface="Arial"/>
              </a:rPr>
              <a:t>before the event starts</a:t>
            </a:r>
          </a:p>
        </p:txBody>
      </p:sp>
      <p:sp>
        <p:nvSpPr>
          <p:cNvPr id="5" name="">
            <a:extLst xmlns:a="http://schemas.openxmlformats.org/drawingml/2006/main">
              <a:ext uri="{FF2B5EF4-FFF2-40B4-BE49-F238E27FC236}">
                <a16:creationId xmlns:a16="http://schemas.microsoft.com/office/drawing/2014/main" id="{8F64B7BE-A84E-4F48-9BB5-57D5E5B9B2C0}"/>
              </a:ext>
            </a:extLst>
          </p:cNvPr>
          <p:cNvSpPr>
            <a:spLocks xmlns:a="http://schemas.openxmlformats.org/drawingml/2006/main" noGrp="1"/>
          </p:cNvSpPr>
          <p:nvPr/>
        </p:nvSpPr>
        <p:spPr>
          <a:xfrm xmlns:a="http://schemas.openxmlformats.org/drawingml/2006/main">
            <a:off x="609600" y="45148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C4D3CD"/>
                </a:solidFill>
                <a:latin typeface="Arial"/>
                <a:ea typeface="Arial"/>
                <a:cs typeface="Arial"/>
              </a:defRPr>
            </a:defPPr>
            <a:lvl1pPr>
              <a:defRPr sz="2250" b="0">
                <a:solidFill>
                  <a:srgbClr val="C4D3CD"/>
                </a:solidFill>
                <a:latin typeface="Arial"/>
                <a:ea typeface="Arial"/>
                <a:cs typeface="Arial"/>
              </a:defRPr>
            </a:lvl1pPr>
            <a:lvl2pPr>
              <a:defRPr sz="2250" b="0">
                <a:solidFill>
                  <a:srgbClr val="C4D3CD"/>
                </a:solidFill>
                <a:latin typeface="Arial"/>
                <a:ea typeface="Arial"/>
                <a:cs typeface="Arial"/>
              </a:defRPr>
            </a:lvl2pPr>
            <a:lvl3pPr>
              <a:defRPr sz="2250" b="0">
                <a:solidFill>
                  <a:srgbClr val="C4D3CD"/>
                </a:solidFill>
                <a:latin typeface="Arial"/>
                <a:ea typeface="Arial"/>
                <a:cs typeface="Arial"/>
              </a:defRPr>
            </a:lvl3pPr>
            <a:lvl4pPr>
              <a:defRPr sz="2250" b="0">
                <a:solidFill>
                  <a:srgbClr val="C4D3CD"/>
                </a:solidFill>
                <a:latin typeface="Arial"/>
                <a:ea typeface="Arial"/>
                <a:cs typeface="Arial"/>
              </a:defRPr>
            </a:lvl4pPr>
            <a:lvl5pPr>
              <a:defRPr sz="2250" b="0">
                <a:solidFill>
                  <a:srgbClr val="C4D3CD"/>
                </a:solidFill>
                <a:latin typeface="Arial"/>
                <a:ea typeface="Arial"/>
                <a:cs typeface="Arial"/>
              </a:defRPr>
            </a:lvl5pPr>
            <a:lvl6pPr>
              <a:defRPr sz="2250" b="0">
                <a:solidFill>
                  <a:srgbClr val="C4D3CD"/>
                </a:solidFill>
                <a:latin typeface="Arial"/>
                <a:ea typeface="Arial"/>
                <a:cs typeface="Arial"/>
              </a:defRPr>
            </a:lvl6pPr>
            <a:lvl7pPr>
              <a:defRPr sz="2250" b="0">
                <a:solidFill>
                  <a:srgbClr val="C4D3CD"/>
                </a:solidFill>
                <a:latin typeface="Arial"/>
                <a:ea typeface="Arial"/>
                <a:cs typeface="Arial"/>
              </a:defRPr>
            </a:lvl7pPr>
            <a:lvl8pPr>
              <a:defRPr sz="2250" b="0">
                <a:solidFill>
                  <a:srgbClr val="C4D3CD"/>
                </a:solidFill>
                <a:latin typeface="Arial"/>
                <a:ea typeface="Arial"/>
                <a:cs typeface="Arial"/>
              </a:defRPr>
            </a:lvl8pPr>
            <a:lvl9pPr>
              <a:defRPr sz="2250" b="0">
                <a:solidFill>
                  <a:srgbClr val="C4D3CD"/>
                </a:solidFill>
                <a:latin typeface="Arial"/>
                <a:ea typeface="Arial"/>
                <a:cs typeface="Arial"/>
              </a:defRPr>
            </a:lvl9pPr>
          </a:lstStyle>
          <a:p xmlns:a="http://schemas.openxmlformats.org/drawingml/2006/main">
            <a:pPr>
              <a:defRPr sz="2250" b="0">
                <a:solidFill>
                  <a:srgbClr val="C4D3CD"/>
                </a:solidFill>
                <a:latin typeface="Arial"/>
                <a:ea typeface="Arial"/>
                <a:cs typeface="Arial"/>
              </a:defRPr>
            </a:pPr>
            <a:r>
              <a:rPr sz="2250" b="0">
                <a:solidFill>
                  <a:srgbClr val="C4D3CD"/>
                </a:solidFill>
                <a:latin typeface="Arial"/>
                <a:ea typeface="Arial"/>
                <a:cs typeface="Arial"/>
              </a:rPr>
              <a:t>A checked plan. A remembered entrance. Your approval.</a:t>
            </a:r>
          </a:p>
        </p:txBody>
      </p:sp>
    </p:spTree>
    <p:extLst>
      <p:ext uri="{BB962C8B-B14F-4D97-AF65-F5344CB8AC3E}">
        <p14:creationId xmlns:p14="http://schemas.microsoft.com/office/powerpoint/2010/main" val="1788115687"/>
      </p:ext>
    </p:extLst>
  </p:cSld>
</p:sld>
</file>

<file path=ppt/slides/slide2.xml><?xml version="1.0" encoding="utf-8"?>
<p:sld xmlns:p="http://schemas.openxmlformats.org/presentationml/2006/main">
  <p:cSld>
    <p:bg>
      <p:bgPr>
        <a:solidFill xmlns:a="http://schemas.openxmlformats.org/drawingml/2006/main">
          <a:srgbClr val="F4F5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310BD9-823D-4152-A422-16F8A969F599}"/>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3744"/>
                </a:solidFill>
                <a:latin typeface="Arial"/>
                <a:ea typeface="Arial"/>
                <a:cs typeface="Arial"/>
              </a:defRPr>
            </a:defPPr>
            <a:lvl1pPr>
              <a:defRPr sz="3300" b="1">
                <a:solidFill>
                  <a:srgbClr val="183744"/>
                </a:solidFill>
                <a:latin typeface="Arial"/>
                <a:ea typeface="Arial"/>
                <a:cs typeface="Arial"/>
              </a:defRPr>
            </a:lvl1pPr>
            <a:lvl2pPr>
              <a:defRPr sz="3300" b="1">
                <a:solidFill>
                  <a:srgbClr val="183744"/>
                </a:solidFill>
                <a:latin typeface="Arial"/>
                <a:ea typeface="Arial"/>
                <a:cs typeface="Arial"/>
              </a:defRPr>
            </a:lvl2pPr>
            <a:lvl3pPr>
              <a:defRPr sz="3300" b="1">
                <a:solidFill>
                  <a:srgbClr val="183744"/>
                </a:solidFill>
                <a:latin typeface="Arial"/>
                <a:ea typeface="Arial"/>
                <a:cs typeface="Arial"/>
              </a:defRPr>
            </a:lvl3pPr>
            <a:lvl4pPr>
              <a:defRPr sz="3300" b="1">
                <a:solidFill>
                  <a:srgbClr val="183744"/>
                </a:solidFill>
                <a:latin typeface="Arial"/>
                <a:ea typeface="Arial"/>
                <a:cs typeface="Arial"/>
              </a:defRPr>
            </a:lvl4pPr>
            <a:lvl5pPr>
              <a:defRPr sz="3300" b="1">
                <a:solidFill>
                  <a:srgbClr val="183744"/>
                </a:solidFill>
                <a:latin typeface="Arial"/>
                <a:ea typeface="Arial"/>
                <a:cs typeface="Arial"/>
              </a:defRPr>
            </a:lvl5pPr>
            <a:lvl6pPr>
              <a:defRPr sz="3300" b="1">
                <a:solidFill>
                  <a:srgbClr val="183744"/>
                </a:solidFill>
                <a:latin typeface="Arial"/>
                <a:ea typeface="Arial"/>
                <a:cs typeface="Arial"/>
              </a:defRPr>
            </a:lvl6pPr>
            <a:lvl7pPr>
              <a:defRPr sz="3300" b="1">
                <a:solidFill>
                  <a:srgbClr val="183744"/>
                </a:solidFill>
                <a:latin typeface="Arial"/>
                <a:ea typeface="Arial"/>
                <a:cs typeface="Arial"/>
              </a:defRPr>
            </a:lvl7pPr>
            <a:lvl8pPr>
              <a:defRPr sz="3300" b="1">
                <a:solidFill>
                  <a:srgbClr val="183744"/>
                </a:solidFill>
                <a:latin typeface="Arial"/>
                <a:ea typeface="Arial"/>
                <a:cs typeface="Arial"/>
              </a:defRPr>
            </a:lvl8pPr>
            <a:lvl9pPr>
              <a:defRPr sz="3300" b="1">
                <a:solidFill>
                  <a:srgbClr val="183744"/>
                </a:solidFill>
                <a:latin typeface="Arial"/>
                <a:ea typeface="Arial"/>
                <a:cs typeface="Arial"/>
              </a:defRPr>
            </a:lvl9pPr>
          </a:lstStyle>
          <a:p xmlns:a="http://schemas.openxmlformats.org/drawingml/2006/main">
            <a:pPr>
              <a:defRPr sz="3300" b="1">
                <a:solidFill>
                  <a:srgbClr val="183744"/>
                </a:solidFill>
                <a:latin typeface="Arial"/>
                <a:ea typeface="Arial"/>
                <a:cs typeface="Arial"/>
              </a:defRPr>
            </a:pPr>
            <a:r>
              <a:rPr sz="3300" b="1">
                <a:solidFill>
                  <a:srgbClr val="183744"/>
                </a:solidFill>
                <a:latin typeface="Arial"/>
                <a:ea typeface="Arial"/>
                <a:cs typeface="Arial"/>
              </a:rPr>
              <a:t>A coordinator with a deadline</a:t>
            </a:r>
          </a:p>
        </p:txBody>
      </p:sp>
      <p:sp>
        <p:nvSpPr>
          <p:cNvPr id="2" name="">
            <a:extLst xmlns:a="http://schemas.openxmlformats.org/drawingml/2006/main">
              <a:ext uri="{FF2B5EF4-FFF2-40B4-BE49-F238E27FC236}">
                <a16:creationId xmlns:a16="http://schemas.microsoft.com/office/drawing/2014/main" id="{ED7C0F9B-9DFD-494F-A394-1761B6845628}"/>
              </a:ext>
            </a:extLst>
          </p:cNvPr>
          <p:cNvSpPr>
            <a:spLocks xmlns:a="http://schemas.openxmlformats.org/drawingml/2006/main" noGrp="1"/>
          </p:cNvSpPr>
          <p:nvPr/>
        </p:nvSpPr>
        <p:spPr>
          <a:xfrm xmlns:a="http://schemas.openxmlformats.org/drawingml/2006/main">
            <a:off x="609600" y="642937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66A"/>
                </a:solidFill>
                <a:latin typeface="Arial"/>
                <a:ea typeface="Arial"/>
                <a:cs typeface="Arial"/>
              </a:defRPr>
            </a:defPPr>
            <a:lvl1pPr>
              <a:defRPr sz="1200" b="0">
                <a:solidFill>
                  <a:srgbClr val="52666A"/>
                </a:solidFill>
                <a:latin typeface="Arial"/>
                <a:ea typeface="Arial"/>
                <a:cs typeface="Arial"/>
              </a:defRPr>
            </a:lvl1pPr>
            <a:lvl2pPr>
              <a:defRPr sz="1200" b="0">
                <a:solidFill>
                  <a:srgbClr val="52666A"/>
                </a:solidFill>
                <a:latin typeface="Arial"/>
                <a:ea typeface="Arial"/>
                <a:cs typeface="Arial"/>
              </a:defRPr>
            </a:lvl2pPr>
            <a:lvl3pPr>
              <a:defRPr sz="1200" b="0">
                <a:solidFill>
                  <a:srgbClr val="52666A"/>
                </a:solidFill>
                <a:latin typeface="Arial"/>
                <a:ea typeface="Arial"/>
                <a:cs typeface="Arial"/>
              </a:defRPr>
            </a:lvl3pPr>
            <a:lvl4pPr>
              <a:defRPr sz="1200" b="0">
                <a:solidFill>
                  <a:srgbClr val="52666A"/>
                </a:solidFill>
                <a:latin typeface="Arial"/>
                <a:ea typeface="Arial"/>
                <a:cs typeface="Arial"/>
              </a:defRPr>
            </a:lvl4pPr>
            <a:lvl5pPr>
              <a:defRPr sz="1200" b="0">
                <a:solidFill>
                  <a:srgbClr val="52666A"/>
                </a:solidFill>
                <a:latin typeface="Arial"/>
                <a:ea typeface="Arial"/>
                <a:cs typeface="Arial"/>
              </a:defRPr>
            </a:lvl5pPr>
            <a:lvl6pPr>
              <a:defRPr sz="1200" b="0">
                <a:solidFill>
                  <a:srgbClr val="52666A"/>
                </a:solidFill>
                <a:latin typeface="Arial"/>
                <a:ea typeface="Arial"/>
                <a:cs typeface="Arial"/>
              </a:defRPr>
            </a:lvl6pPr>
            <a:lvl7pPr>
              <a:defRPr sz="1200" b="0">
                <a:solidFill>
                  <a:srgbClr val="52666A"/>
                </a:solidFill>
                <a:latin typeface="Arial"/>
                <a:ea typeface="Arial"/>
                <a:cs typeface="Arial"/>
              </a:defRPr>
            </a:lvl7pPr>
            <a:lvl8pPr>
              <a:defRPr sz="1200" b="0">
                <a:solidFill>
                  <a:srgbClr val="52666A"/>
                </a:solidFill>
                <a:latin typeface="Arial"/>
                <a:ea typeface="Arial"/>
                <a:cs typeface="Arial"/>
              </a:defRPr>
            </a:lvl8pPr>
            <a:lvl9pPr>
              <a:defRPr sz="1200" b="0">
                <a:solidFill>
                  <a:srgbClr val="52666A"/>
                </a:solidFill>
                <a:latin typeface="Arial"/>
                <a:ea typeface="Arial"/>
                <a:cs typeface="Arial"/>
              </a:defRPr>
            </a:lvl9pPr>
          </a:lstStyle>
          <a:p xmlns:a="http://schemas.openxmlformats.org/drawingml/2006/main">
            <a:pPr>
              <a:defRPr sz="1200" b="0">
                <a:solidFill>
                  <a:srgbClr val="52666A"/>
                </a:solidFill>
                <a:latin typeface="Arial"/>
                <a:ea typeface="Arial"/>
                <a:cs typeface="Arial"/>
              </a:defRPr>
            </a:pPr>
            <a:r>
              <a:rPr sz="1200" b="0">
                <a:solidFill>
                  <a:srgbClr val="52666A"/>
                </a:solidFill>
                <a:latin typeface="Arial"/>
                <a:ea typeface="Arial"/>
                <a:cs typeface="Arial"/>
              </a:rPr>
              <a:t>ROVER Relay / Event candidate / October 22, 2026</a:t>
            </a:r>
          </a:p>
        </p:txBody>
      </p:sp>
      <p:sp>
        <p:nvSpPr>
          <p:cNvPr id="3" name="">
            <a:extLst xmlns:a="http://schemas.openxmlformats.org/drawingml/2006/main">
              <a:ext uri="{FF2B5EF4-FFF2-40B4-BE49-F238E27FC236}">
                <a16:creationId xmlns:a16="http://schemas.microsoft.com/office/drawing/2014/main" id="{224C7673-9B5A-4964-8C92-0C1BBF8ECB78}"/>
              </a:ext>
            </a:extLst>
          </p:cNvPr>
          <p:cNvSpPr>
            <a:spLocks xmlns:a="http://schemas.openxmlformats.org/drawingml/2006/main" noGrp="1"/>
          </p:cNvSpPr>
          <p:nvPr/>
        </p:nvSpPr>
        <p:spPr>
          <a:xfrm xmlns:a="http://schemas.openxmlformats.org/drawingml/2006/main">
            <a:off x="1106805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66A"/>
                </a:solidFill>
                <a:latin typeface="Arial"/>
                <a:ea typeface="Arial"/>
                <a:cs typeface="Arial"/>
              </a:defRPr>
            </a:defPPr>
            <a:lvl1pPr>
              <a:defRPr sz="1200" b="0">
                <a:solidFill>
                  <a:srgbClr val="52666A"/>
                </a:solidFill>
                <a:latin typeface="Arial"/>
                <a:ea typeface="Arial"/>
                <a:cs typeface="Arial"/>
              </a:defRPr>
            </a:lvl1pPr>
            <a:lvl2pPr>
              <a:defRPr sz="1200" b="0">
                <a:solidFill>
                  <a:srgbClr val="52666A"/>
                </a:solidFill>
                <a:latin typeface="Arial"/>
                <a:ea typeface="Arial"/>
                <a:cs typeface="Arial"/>
              </a:defRPr>
            </a:lvl2pPr>
            <a:lvl3pPr>
              <a:defRPr sz="1200" b="0">
                <a:solidFill>
                  <a:srgbClr val="52666A"/>
                </a:solidFill>
                <a:latin typeface="Arial"/>
                <a:ea typeface="Arial"/>
                <a:cs typeface="Arial"/>
              </a:defRPr>
            </a:lvl3pPr>
            <a:lvl4pPr>
              <a:defRPr sz="1200" b="0">
                <a:solidFill>
                  <a:srgbClr val="52666A"/>
                </a:solidFill>
                <a:latin typeface="Arial"/>
                <a:ea typeface="Arial"/>
                <a:cs typeface="Arial"/>
              </a:defRPr>
            </a:lvl4pPr>
            <a:lvl5pPr>
              <a:defRPr sz="1200" b="0">
                <a:solidFill>
                  <a:srgbClr val="52666A"/>
                </a:solidFill>
                <a:latin typeface="Arial"/>
                <a:ea typeface="Arial"/>
                <a:cs typeface="Arial"/>
              </a:defRPr>
            </a:lvl5pPr>
            <a:lvl6pPr>
              <a:defRPr sz="1200" b="0">
                <a:solidFill>
                  <a:srgbClr val="52666A"/>
                </a:solidFill>
                <a:latin typeface="Arial"/>
                <a:ea typeface="Arial"/>
                <a:cs typeface="Arial"/>
              </a:defRPr>
            </a:lvl6pPr>
            <a:lvl7pPr>
              <a:defRPr sz="1200" b="0">
                <a:solidFill>
                  <a:srgbClr val="52666A"/>
                </a:solidFill>
                <a:latin typeface="Arial"/>
                <a:ea typeface="Arial"/>
                <a:cs typeface="Arial"/>
              </a:defRPr>
            </a:lvl7pPr>
            <a:lvl8pPr>
              <a:defRPr sz="1200" b="0">
                <a:solidFill>
                  <a:srgbClr val="52666A"/>
                </a:solidFill>
                <a:latin typeface="Arial"/>
                <a:ea typeface="Arial"/>
                <a:cs typeface="Arial"/>
              </a:defRPr>
            </a:lvl8pPr>
            <a:lvl9pPr>
              <a:defRPr sz="1200" b="0">
                <a:solidFill>
                  <a:srgbClr val="52666A"/>
                </a:solidFill>
                <a:latin typeface="Arial"/>
                <a:ea typeface="Arial"/>
                <a:cs typeface="Arial"/>
              </a:defRPr>
            </a:lvl9pPr>
          </a:lstStyle>
          <a:p xmlns:a="http://schemas.openxmlformats.org/drawingml/2006/main">
            <a:pPr>
              <a:defRPr sz="1200" b="0">
                <a:solidFill>
                  <a:srgbClr val="52666A"/>
                </a:solidFill>
                <a:latin typeface="Arial"/>
                <a:ea typeface="Arial"/>
                <a:cs typeface="Arial"/>
              </a:defRPr>
            </a:pPr>
            <a:r>
              <a:rPr sz="1200" b="0">
                <a:solidFill>
                  <a:srgbClr val="52666A"/>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5948EEF6-BF8E-4B48-8843-9B4CEAD5179A}"/>
              </a:ext>
            </a:extLst>
          </p:cNvPr>
          <p:cNvSpPr>
            <a:spLocks xmlns:a="http://schemas.openxmlformats.org/drawingml/2006/main" noGrp="1"/>
          </p:cNvSpPr>
          <p:nvPr/>
        </p:nvSpPr>
        <p:spPr>
          <a:xfrm xmlns:a="http://schemas.openxmlformats.org/drawingml/2006/main">
            <a:off x="609600" y="1905000"/>
            <a:ext cx="647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400" b="1">
                <a:solidFill>
                  <a:srgbClr val="146E71"/>
                </a:solidFill>
                <a:latin typeface="Arial"/>
                <a:ea typeface="Arial"/>
                <a:cs typeface="Arial"/>
              </a:defRPr>
            </a:defPPr>
            <a:lvl1pPr>
              <a:defRPr sz="5400" b="1">
                <a:solidFill>
                  <a:srgbClr val="146E71"/>
                </a:solidFill>
                <a:latin typeface="Arial"/>
                <a:ea typeface="Arial"/>
                <a:cs typeface="Arial"/>
              </a:defRPr>
            </a:lvl1pPr>
            <a:lvl2pPr>
              <a:defRPr sz="5400" b="1">
                <a:solidFill>
                  <a:srgbClr val="146E71"/>
                </a:solidFill>
                <a:latin typeface="Arial"/>
                <a:ea typeface="Arial"/>
                <a:cs typeface="Arial"/>
              </a:defRPr>
            </a:lvl2pPr>
            <a:lvl3pPr>
              <a:defRPr sz="5400" b="1">
                <a:solidFill>
                  <a:srgbClr val="146E71"/>
                </a:solidFill>
                <a:latin typeface="Arial"/>
                <a:ea typeface="Arial"/>
                <a:cs typeface="Arial"/>
              </a:defRPr>
            </a:lvl3pPr>
            <a:lvl4pPr>
              <a:defRPr sz="5400" b="1">
                <a:solidFill>
                  <a:srgbClr val="146E71"/>
                </a:solidFill>
                <a:latin typeface="Arial"/>
                <a:ea typeface="Arial"/>
                <a:cs typeface="Arial"/>
              </a:defRPr>
            </a:lvl4pPr>
            <a:lvl5pPr>
              <a:defRPr sz="5400" b="1">
                <a:solidFill>
                  <a:srgbClr val="146E71"/>
                </a:solidFill>
                <a:latin typeface="Arial"/>
                <a:ea typeface="Arial"/>
                <a:cs typeface="Arial"/>
              </a:defRPr>
            </a:lvl5pPr>
            <a:lvl6pPr>
              <a:defRPr sz="5400" b="1">
                <a:solidFill>
                  <a:srgbClr val="146E71"/>
                </a:solidFill>
                <a:latin typeface="Arial"/>
                <a:ea typeface="Arial"/>
                <a:cs typeface="Arial"/>
              </a:defRPr>
            </a:lvl6pPr>
            <a:lvl7pPr>
              <a:defRPr sz="5400" b="1">
                <a:solidFill>
                  <a:srgbClr val="146E71"/>
                </a:solidFill>
                <a:latin typeface="Arial"/>
                <a:ea typeface="Arial"/>
                <a:cs typeface="Arial"/>
              </a:defRPr>
            </a:lvl7pPr>
            <a:lvl8pPr>
              <a:defRPr sz="5400" b="1">
                <a:solidFill>
                  <a:srgbClr val="146E71"/>
                </a:solidFill>
                <a:latin typeface="Arial"/>
                <a:ea typeface="Arial"/>
                <a:cs typeface="Arial"/>
              </a:defRPr>
            </a:lvl8pPr>
            <a:lvl9pPr>
              <a:defRPr sz="5400" b="1">
                <a:solidFill>
                  <a:srgbClr val="146E71"/>
                </a:solidFill>
                <a:latin typeface="Arial"/>
                <a:ea typeface="Arial"/>
                <a:cs typeface="Arial"/>
              </a:defRPr>
            </a:lvl9pPr>
          </a:lstStyle>
          <a:p xmlns:a="http://schemas.openxmlformats.org/drawingml/2006/main">
            <a:pPr>
              <a:defRPr sz="5400" b="1">
                <a:solidFill>
                  <a:srgbClr val="146E71"/>
                </a:solidFill>
                <a:latin typeface="Arial"/>
                <a:ea typeface="Arial"/>
                <a:cs typeface="Arial"/>
              </a:defRPr>
            </a:pPr>
            <a:r>
              <a:rPr sz="5400" b="1">
                <a:solidFill>
                  <a:srgbClr val="146E71"/>
                </a:solidFill>
                <a:latin typeface="Arial"/>
                <a:ea typeface="Arial"/>
                <a:cs typeface="Arial"/>
              </a:rPr>
              <a:t>2 adapters</a:t>
            </a:r>
          </a:p>
        </p:txBody>
      </p:sp>
      <p:sp>
        <p:nvSpPr>
          <p:cNvPr id="5" name="">
            <a:extLst xmlns:a="http://schemas.openxmlformats.org/drawingml/2006/main">
              <a:ext uri="{FF2B5EF4-FFF2-40B4-BE49-F238E27FC236}">
                <a16:creationId xmlns:a16="http://schemas.microsoft.com/office/drawing/2014/main" id="{EF1C1675-4447-4180-B96A-402EB92E2D26}"/>
              </a:ext>
            </a:extLst>
          </p:cNvPr>
          <p:cNvSpPr>
            <a:spLocks xmlns:a="http://schemas.openxmlformats.org/drawingml/2006/main" noGrp="1"/>
          </p:cNvSpPr>
          <p:nvPr/>
        </p:nvSpPr>
        <p:spPr>
          <a:xfrm xmlns:a="http://schemas.openxmlformats.org/drawingml/2006/main">
            <a:off x="609600" y="3143250"/>
            <a:ext cx="1038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000" b="0">
                <a:solidFill>
                  <a:srgbClr val="183744"/>
                </a:solidFill>
                <a:latin typeface="Arial"/>
                <a:ea typeface="Arial"/>
                <a:cs typeface="Arial"/>
              </a:defRPr>
            </a:defPPr>
            <a:lvl1pPr>
              <a:defRPr sz="3000" b="0">
                <a:solidFill>
                  <a:srgbClr val="183744"/>
                </a:solidFill>
                <a:latin typeface="Arial"/>
                <a:ea typeface="Arial"/>
                <a:cs typeface="Arial"/>
              </a:defRPr>
            </a:lvl1pPr>
            <a:lvl2pPr>
              <a:defRPr sz="3000" b="0">
                <a:solidFill>
                  <a:srgbClr val="183744"/>
                </a:solidFill>
                <a:latin typeface="Arial"/>
                <a:ea typeface="Arial"/>
                <a:cs typeface="Arial"/>
              </a:defRPr>
            </a:lvl2pPr>
            <a:lvl3pPr>
              <a:defRPr sz="3000" b="0">
                <a:solidFill>
                  <a:srgbClr val="183744"/>
                </a:solidFill>
                <a:latin typeface="Arial"/>
                <a:ea typeface="Arial"/>
                <a:cs typeface="Arial"/>
              </a:defRPr>
            </a:lvl3pPr>
            <a:lvl4pPr>
              <a:defRPr sz="3000" b="0">
                <a:solidFill>
                  <a:srgbClr val="183744"/>
                </a:solidFill>
                <a:latin typeface="Arial"/>
                <a:ea typeface="Arial"/>
                <a:cs typeface="Arial"/>
              </a:defRPr>
            </a:lvl4pPr>
            <a:lvl5pPr>
              <a:defRPr sz="3000" b="0">
                <a:solidFill>
                  <a:srgbClr val="183744"/>
                </a:solidFill>
                <a:latin typeface="Arial"/>
                <a:ea typeface="Arial"/>
                <a:cs typeface="Arial"/>
              </a:defRPr>
            </a:lvl5pPr>
            <a:lvl6pPr>
              <a:defRPr sz="3000" b="0">
                <a:solidFill>
                  <a:srgbClr val="183744"/>
                </a:solidFill>
                <a:latin typeface="Arial"/>
                <a:ea typeface="Arial"/>
                <a:cs typeface="Arial"/>
              </a:defRPr>
            </a:lvl6pPr>
            <a:lvl7pPr>
              <a:defRPr sz="3000" b="0">
                <a:solidFill>
                  <a:srgbClr val="183744"/>
                </a:solidFill>
                <a:latin typeface="Arial"/>
                <a:ea typeface="Arial"/>
                <a:cs typeface="Arial"/>
              </a:defRPr>
            </a:lvl7pPr>
            <a:lvl8pPr>
              <a:defRPr sz="3000" b="0">
                <a:solidFill>
                  <a:srgbClr val="183744"/>
                </a:solidFill>
                <a:latin typeface="Arial"/>
                <a:ea typeface="Arial"/>
                <a:cs typeface="Arial"/>
              </a:defRPr>
            </a:lvl8pPr>
            <a:lvl9pPr>
              <a:defRPr sz="3000" b="0">
                <a:solidFill>
                  <a:srgbClr val="183744"/>
                </a:solidFill>
                <a:latin typeface="Arial"/>
                <a:ea typeface="Arial"/>
                <a:cs typeface="Arial"/>
              </a:defRPr>
            </a:lvl9pPr>
          </a:lstStyle>
          <a:p xmlns:a="http://schemas.openxmlformats.org/drawingml/2006/main">
            <a:pPr>
              <a:defRPr sz="3000" b="0">
                <a:solidFill>
                  <a:srgbClr val="183744"/>
                </a:solidFill>
                <a:latin typeface="Arial"/>
                <a:ea typeface="Arial"/>
                <a:cs typeface="Arial"/>
              </a:defRPr>
            </a:pPr>
            <a:r>
              <a:rPr sz="3000" b="0">
                <a:solidFill>
                  <a:srgbClr val="183744"/>
                </a:solidFill>
                <a:latin typeface="Arial"/>
                <a:ea typeface="Arial"/>
                <a:cs typeface="Arial"/>
              </a:rPr>
              <a:t>Auditorium delivery within 30 minutes</a:t>
            </a:r>
          </a:p>
          <a:p xmlns:a="http://schemas.openxmlformats.org/drawingml/2006/main">
            <a:pPr>
              <a:defRPr sz="3000" b="0">
                <a:solidFill>
                  <a:srgbClr val="183744"/>
                </a:solidFill>
                <a:latin typeface="Arial"/>
                <a:ea typeface="Arial"/>
                <a:cs typeface="Arial"/>
              </a:defRPr>
            </a:pPr>
            <a:r>
              <a:rPr sz="3000" b="0">
                <a:solidFill>
                  <a:srgbClr val="183744"/>
                </a:solidFill>
                <a:latin typeface="Arial"/>
                <a:ea typeface="Arial"/>
                <a:cs typeface="Arial"/>
              </a:rPr>
              <a:t>$35 total, including delivery</a:t>
            </a:r>
          </a:p>
        </p:txBody>
      </p:sp>
      <p:sp>
        <p:nvSpPr>
          <p:cNvPr id="6" name="">
            <a:extLst xmlns:a="http://schemas.openxmlformats.org/drawingml/2006/main">
              <a:ext uri="{FF2B5EF4-FFF2-40B4-BE49-F238E27FC236}">
                <a16:creationId xmlns:a16="http://schemas.microsoft.com/office/drawing/2014/main" id="{5BDDF5EF-554A-4B25-92B6-FF77138EAA3D}"/>
              </a:ext>
            </a:extLst>
          </p:cNvPr>
          <p:cNvSpPr>
            <a:spLocks xmlns:a="http://schemas.openxmlformats.org/drawingml/2006/main" noGrp="1"/>
          </p:cNvSpPr>
          <p:nvPr/>
        </p:nvSpPr>
        <p:spPr>
          <a:xfrm xmlns:a="http://schemas.openxmlformats.org/drawingml/2006/main">
            <a:off x="609600" y="4905375"/>
            <a:ext cx="1062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3744"/>
                </a:solidFill>
                <a:latin typeface="Arial"/>
                <a:ea typeface="Arial"/>
                <a:cs typeface="Arial"/>
              </a:defRPr>
            </a:defPPr>
            <a:lvl1pPr>
              <a:defRPr sz="2100" b="0">
                <a:solidFill>
                  <a:srgbClr val="183744"/>
                </a:solidFill>
                <a:latin typeface="Arial"/>
                <a:ea typeface="Arial"/>
                <a:cs typeface="Arial"/>
              </a:defRPr>
            </a:lvl1pPr>
            <a:lvl2pPr>
              <a:defRPr sz="2100" b="0">
                <a:solidFill>
                  <a:srgbClr val="183744"/>
                </a:solidFill>
                <a:latin typeface="Arial"/>
                <a:ea typeface="Arial"/>
                <a:cs typeface="Arial"/>
              </a:defRPr>
            </a:lvl2pPr>
            <a:lvl3pPr>
              <a:defRPr sz="2100" b="0">
                <a:solidFill>
                  <a:srgbClr val="183744"/>
                </a:solidFill>
                <a:latin typeface="Arial"/>
                <a:ea typeface="Arial"/>
                <a:cs typeface="Arial"/>
              </a:defRPr>
            </a:lvl3pPr>
            <a:lvl4pPr>
              <a:defRPr sz="2100" b="0">
                <a:solidFill>
                  <a:srgbClr val="183744"/>
                </a:solidFill>
                <a:latin typeface="Arial"/>
                <a:ea typeface="Arial"/>
                <a:cs typeface="Arial"/>
              </a:defRPr>
            </a:lvl4pPr>
            <a:lvl5pPr>
              <a:defRPr sz="2100" b="0">
                <a:solidFill>
                  <a:srgbClr val="183744"/>
                </a:solidFill>
                <a:latin typeface="Arial"/>
                <a:ea typeface="Arial"/>
                <a:cs typeface="Arial"/>
              </a:defRPr>
            </a:lvl5pPr>
            <a:lvl6pPr>
              <a:defRPr sz="2100" b="0">
                <a:solidFill>
                  <a:srgbClr val="183744"/>
                </a:solidFill>
                <a:latin typeface="Arial"/>
                <a:ea typeface="Arial"/>
                <a:cs typeface="Arial"/>
              </a:defRPr>
            </a:lvl6pPr>
            <a:lvl7pPr>
              <a:defRPr sz="2100" b="0">
                <a:solidFill>
                  <a:srgbClr val="183744"/>
                </a:solidFill>
                <a:latin typeface="Arial"/>
                <a:ea typeface="Arial"/>
                <a:cs typeface="Arial"/>
              </a:defRPr>
            </a:lvl7pPr>
            <a:lvl8pPr>
              <a:defRPr sz="2100" b="0">
                <a:solidFill>
                  <a:srgbClr val="183744"/>
                </a:solidFill>
                <a:latin typeface="Arial"/>
                <a:ea typeface="Arial"/>
                <a:cs typeface="Arial"/>
              </a:defRPr>
            </a:lvl8pPr>
            <a:lvl9pPr>
              <a:defRPr sz="2100" b="0">
                <a:solidFill>
                  <a:srgbClr val="183744"/>
                </a:solidFill>
                <a:latin typeface="Arial"/>
                <a:ea typeface="Arial"/>
                <a:cs typeface="Arial"/>
              </a:defRPr>
            </a:lvl9pPr>
          </a:lstStyle>
          <a:p xmlns:a="http://schemas.openxmlformats.org/drawingml/2006/main">
            <a:pPr>
              <a:defRPr sz="2100" b="0">
                <a:solidFill>
                  <a:srgbClr val="183744"/>
                </a:solidFill>
                <a:latin typeface="Arial"/>
                <a:ea typeface="Arial"/>
                <a:cs typeface="Arial"/>
              </a:defRPr>
            </a:pPr>
            <a:r>
              <a:rPr sz="2100" b="0">
                <a:solidFill>
                  <a:srgbClr val="183744"/>
                </a:solidFill>
                <a:latin typeface="Arial"/>
                <a:ea typeface="Arial"/>
                <a:cs typeface="Arial"/>
              </a:rPr>
              <a:t>Stock and courier availability can change after planning.</a:t>
            </a:r>
          </a:p>
          <a:p xmlns:a="http://schemas.openxmlformats.org/drawingml/2006/main">
            <a:pPr>
              <a:defRPr sz="2100" b="0">
                <a:solidFill>
                  <a:srgbClr val="183744"/>
                </a:solidFill>
                <a:latin typeface="Arial"/>
                <a:ea typeface="Arial"/>
                <a:cs typeface="Arial"/>
              </a:defRPr>
            </a:pPr>
            <a:r>
              <a:rPr sz="2100" b="0">
                <a:solidFill>
                  <a:srgbClr val="183744"/>
                </a:solidFill>
                <a:latin typeface="Arial"/>
                <a:ea typeface="Arial"/>
                <a:cs typeface="Arial"/>
              </a:rPr>
              <a:t>The delivery entrance must match the coordinator’s preference.</a:t>
            </a:r>
          </a:p>
        </p:txBody>
      </p:sp>
    </p:spTree>
    <p:extLst>
      <p:ext uri="{BB962C8B-B14F-4D97-AF65-F5344CB8AC3E}">
        <p14:creationId xmlns:p14="http://schemas.microsoft.com/office/powerpoint/2010/main" val="761292186"/>
      </p:ext>
    </p:extLst>
  </p:cSld>
</p:sld>
</file>

<file path=ppt/slides/slide3.xml><?xml version="1.0" encoding="utf-8"?>
<p:sld xmlns:p="http://schemas.openxmlformats.org/presentationml/2006/main">
  <p:cSld>
    <p:bg>
      <p:bgPr>
        <a:solidFill xmlns:a="http://schemas.openxmlformats.org/drawingml/2006/main">
          <a:srgbClr val="F4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37B0E64-D567-49EC-918B-000B1EE4270F}"/>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3744"/>
                </a:solidFill>
                <a:latin typeface="Arial"/>
                <a:ea typeface="Arial"/>
                <a:cs typeface="Arial"/>
              </a:defRPr>
            </a:defPPr>
            <a:lvl1pPr>
              <a:defRPr sz="3300" b="1">
                <a:solidFill>
                  <a:srgbClr val="183744"/>
                </a:solidFill>
                <a:latin typeface="Arial"/>
                <a:ea typeface="Arial"/>
                <a:cs typeface="Arial"/>
              </a:defRPr>
            </a:lvl1pPr>
            <a:lvl2pPr>
              <a:defRPr sz="3300" b="1">
                <a:solidFill>
                  <a:srgbClr val="183744"/>
                </a:solidFill>
                <a:latin typeface="Arial"/>
                <a:ea typeface="Arial"/>
                <a:cs typeface="Arial"/>
              </a:defRPr>
            </a:lvl2pPr>
            <a:lvl3pPr>
              <a:defRPr sz="3300" b="1">
                <a:solidFill>
                  <a:srgbClr val="183744"/>
                </a:solidFill>
                <a:latin typeface="Arial"/>
                <a:ea typeface="Arial"/>
                <a:cs typeface="Arial"/>
              </a:defRPr>
            </a:lvl3pPr>
            <a:lvl4pPr>
              <a:defRPr sz="3300" b="1">
                <a:solidFill>
                  <a:srgbClr val="183744"/>
                </a:solidFill>
                <a:latin typeface="Arial"/>
                <a:ea typeface="Arial"/>
                <a:cs typeface="Arial"/>
              </a:defRPr>
            </a:lvl4pPr>
            <a:lvl5pPr>
              <a:defRPr sz="3300" b="1">
                <a:solidFill>
                  <a:srgbClr val="183744"/>
                </a:solidFill>
                <a:latin typeface="Arial"/>
                <a:ea typeface="Arial"/>
                <a:cs typeface="Arial"/>
              </a:defRPr>
            </a:lvl5pPr>
            <a:lvl6pPr>
              <a:defRPr sz="3300" b="1">
                <a:solidFill>
                  <a:srgbClr val="183744"/>
                </a:solidFill>
                <a:latin typeface="Arial"/>
                <a:ea typeface="Arial"/>
                <a:cs typeface="Arial"/>
              </a:defRPr>
            </a:lvl6pPr>
            <a:lvl7pPr>
              <a:defRPr sz="3300" b="1">
                <a:solidFill>
                  <a:srgbClr val="183744"/>
                </a:solidFill>
                <a:latin typeface="Arial"/>
                <a:ea typeface="Arial"/>
                <a:cs typeface="Arial"/>
              </a:defRPr>
            </a:lvl7pPr>
            <a:lvl8pPr>
              <a:defRPr sz="3300" b="1">
                <a:solidFill>
                  <a:srgbClr val="183744"/>
                </a:solidFill>
                <a:latin typeface="Arial"/>
                <a:ea typeface="Arial"/>
                <a:cs typeface="Arial"/>
              </a:defRPr>
            </a:lvl8pPr>
            <a:lvl9pPr>
              <a:defRPr sz="3300" b="1">
                <a:solidFill>
                  <a:srgbClr val="183744"/>
                </a:solidFill>
                <a:latin typeface="Arial"/>
                <a:ea typeface="Arial"/>
                <a:cs typeface="Arial"/>
              </a:defRPr>
            </a:lvl9pPr>
          </a:lstStyle>
          <a:p xmlns:a="http://schemas.openxmlformats.org/drawingml/2006/main">
            <a:pPr>
              <a:defRPr sz="3300" b="1">
                <a:solidFill>
                  <a:srgbClr val="183744"/>
                </a:solidFill>
                <a:latin typeface="Arial"/>
                <a:ea typeface="Arial"/>
                <a:cs typeface="Arial"/>
              </a:defRPr>
            </a:pPr>
            <a:r>
              <a:rPr sz="3300" b="1">
                <a:solidFill>
                  <a:srgbClr val="183744"/>
                </a:solidFill>
                <a:latin typeface="Arial"/>
                <a:ea typeface="Arial"/>
                <a:cs typeface="Arial"/>
              </a:rPr>
              <a:t>Changed facts require fresh approval</a:t>
            </a:r>
          </a:p>
        </p:txBody>
      </p:sp>
      <p:sp>
        <p:nvSpPr>
          <p:cNvPr id="2" name="">
            <a:extLst xmlns:a="http://schemas.openxmlformats.org/drawingml/2006/main">
              <a:ext uri="{FF2B5EF4-FFF2-40B4-BE49-F238E27FC236}">
                <a16:creationId xmlns:a16="http://schemas.microsoft.com/office/drawing/2014/main" id="{7E449E4A-9F08-4347-AAB0-41C2B36C07B5}"/>
              </a:ext>
            </a:extLst>
          </p:cNvPr>
          <p:cNvSpPr>
            <a:spLocks xmlns:a="http://schemas.openxmlformats.org/drawingml/2006/main" noGrp="1"/>
          </p:cNvSpPr>
          <p:nvPr/>
        </p:nvSpPr>
        <p:spPr>
          <a:xfrm xmlns:a="http://schemas.openxmlformats.org/drawingml/2006/main">
            <a:off x="609600" y="642937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66A"/>
                </a:solidFill>
                <a:latin typeface="Arial"/>
                <a:ea typeface="Arial"/>
                <a:cs typeface="Arial"/>
              </a:defRPr>
            </a:defPPr>
            <a:lvl1pPr>
              <a:defRPr sz="1200" b="0">
                <a:solidFill>
                  <a:srgbClr val="52666A"/>
                </a:solidFill>
                <a:latin typeface="Arial"/>
                <a:ea typeface="Arial"/>
                <a:cs typeface="Arial"/>
              </a:defRPr>
            </a:lvl1pPr>
            <a:lvl2pPr>
              <a:defRPr sz="1200" b="0">
                <a:solidFill>
                  <a:srgbClr val="52666A"/>
                </a:solidFill>
                <a:latin typeface="Arial"/>
                <a:ea typeface="Arial"/>
                <a:cs typeface="Arial"/>
              </a:defRPr>
            </a:lvl2pPr>
            <a:lvl3pPr>
              <a:defRPr sz="1200" b="0">
                <a:solidFill>
                  <a:srgbClr val="52666A"/>
                </a:solidFill>
                <a:latin typeface="Arial"/>
                <a:ea typeface="Arial"/>
                <a:cs typeface="Arial"/>
              </a:defRPr>
            </a:lvl3pPr>
            <a:lvl4pPr>
              <a:defRPr sz="1200" b="0">
                <a:solidFill>
                  <a:srgbClr val="52666A"/>
                </a:solidFill>
                <a:latin typeface="Arial"/>
                <a:ea typeface="Arial"/>
                <a:cs typeface="Arial"/>
              </a:defRPr>
            </a:lvl4pPr>
            <a:lvl5pPr>
              <a:defRPr sz="1200" b="0">
                <a:solidFill>
                  <a:srgbClr val="52666A"/>
                </a:solidFill>
                <a:latin typeface="Arial"/>
                <a:ea typeface="Arial"/>
                <a:cs typeface="Arial"/>
              </a:defRPr>
            </a:lvl5pPr>
            <a:lvl6pPr>
              <a:defRPr sz="1200" b="0">
                <a:solidFill>
                  <a:srgbClr val="52666A"/>
                </a:solidFill>
                <a:latin typeface="Arial"/>
                <a:ea typeface="Arial"/>
                <a:cs typeface="Arial"/>
              </a:defRPr>
            </a:lvl6pPr>
            <a:lvl7pPr>
              <a:defRPr sz="1200" b="0">
                <a:solidFill>
                  <a:srgbClr val="52666A"/>
                </a:solidFill>
                <a:latin typeface="Arial"/>
                <a:ea typeface="Arial"/>
                <a:cs typeface="Arial"/>
              </a:defRPr>
            </a:lvl7pPr>
            <a:lvl8pPr>
              <a:defRPr sz="1200" b="0">
                <a:solidFill>
                  <a:srgbClr val="52666A"/>
                </a:solidFill>
                <a:latin typeface="Arial"/>
                <a:ea typeface="Arial"/>
                <a:cs typeface="Arial"/>
              </a:defRPr>
            </a:lvl8pPr>
            <a:lvl9pPr>
              <a:defRPr sz="1200" b="0">
                <a:solidFill>
                  <a:srgbClr val="52666A"/>
                </a:solidFill>
                <a:latin typeface="Arial"/>
                <a:ea typeface="Arial"/>
                <a:cs typeface="Arial"/>
              </a:defRPr>
            </a:lvl9pPr>
          </a:lstStyle>
          <a:p xmlns:a="http://schemas.openxmlformats.org/drawingml/2006/main">
            <a:pPr>
              <a:defRPr sz="1200" b="0">
                <a:solidFill>
                  <a:srgbClr val="52666A"/>
                </a:solidFill>
                <a:latin typeface="Arial"/>
                <a:ea typeface="Arial"/>
                <a:cs typeface="Arial"/>
              </a:defRPr>
            </a:pPr>
            <a:r>
              <a:rPr sz="1200" b="0">
                <a:solidFill>
                  <a:srgbClr val="52666A"/>
                </a:solidFill>
                <a:latin typeface="Arial"/>
                <a:ea typeface="Arial"/>
                <a:cs typeface="Arial"/>
              </a:rPr>
              <a:t>Actual RELAY-11 browser capture / Offline sample / Courier decline and replan</a:t>
            </a:r>
          </a:p>
        </p:txBody>
      </p:sp>
      <p:sp>
        <p:nvSpPr>
          <p:cNvPr id="3" name="">
            <a:extLst xmlns:a="http://schemas.openxmlformats.org/drawingml/2006/main">
              <a:ext uri="{FF2B5EF4-FFF2-40B4-BE49-F238E27FC236}">
                <a16:creationId xmlns:a16="http://schemas.microsoft.com/office/drawing/2014/main" id="{DA1D9771-2A0B-4AF8-B7B0-87C31D9F368A}"/>
              </a:ext>
            </a:extLst>
          </p:cNvPr>
          <p:cNvSpPr>
            <a:spLocks xmlns:a="http://schemas.openxmlformats.org/drawingml/2006/main" noGrp="1"/>
          </p:cNvSpPr>
          <p:nvPr/>
        </p:nvSpPr>
        <p:spPr>
          <a:xfrm xmlns:a="http://schemas.openxmlformats.org/drawingml/2006/main">
            <a:off x="1106805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66A"/>
                </a:solidFill>
                <a:latin typeface="Arial"/>
                <a:ea typeface="Arial"/>
                <a:cs typeface="Arial"/>
              </a:defRPr>
            </a:defPPr>
            <a:lvl1pPr>
              <a:defRPr sz="1200" b="0">
                <a:solidFill>
                  <a:srgbClr val="52666A"/>
                </a:solidFill>
                <a:latin typeface="Arial"/>
                <a:ea typeface="Arial"/>
                <a:cs typeface="Arial"/>
              </a:defRPr>
            </a:lvl1pPr>
            <a:lvl2pPr>
              <a:defRPr sz="1200" b="0">
                <a:solidFill>
                  <a:srgbClr val="52666A"/>
                </a:solidFill>
                <a:latin typeface="Arial"/>
                <a:ea typeface="Arial"/>
                <a:cs typeface="Arial"/>
              </a:defRPr>
            </a:lvl2pPr>
            <a:lvl3pPr>
              <a:defRPr sz="1200" b="0">
                <a:solidFill>
                  <a:srgbClr val="52666A"/>
                </a:solidFill>
                <a:latin typeface="Arial"/>
                <a:ea typeface="Arial"/>
                <a:cs typeface="Arial"/>
              </a:defRPr>
            </a:lvl3pPr>
            <a:lvl4pPr>
              <a:defRPr sz="1200" b="0">
                <a:solidFill>
                  <a:srgbClr val="52666A"/>
                </a:solidFill>
                <a:latin typeface="Arial"/>
                <a:ea typeface="Arial"/>
                <a:cs typeface="Arial"/>
              </a:defRPr>
            </a:lvl4pPr>
            <a:lvl5pPr>
              <a:defRPr sz="1200" b="0">
                <a:solidFill>
                  <a:srgbClr val="52666A"/>
                </a:solidFill>
                <a:latin typeface="Arial"/>
                <a:ea typeface="Arial"/>
                <a:cs typeface="Arial"/>
              </a:defRPr>
            </a:lvl5pPr>
            <a:lvl6pPr>
              <a:defRPr sz="1200" b="0">
                <a:solidFill>
                  <a:srgbClr val="52666A"/>
                </a:solidFill>
                <a:latin typeface="Arial"/>
                <a:ea typeface="Arial"/>
                <a:cs typeface="Arial"/>
              </a:defRPr>
            </a:lvl6pPr>
            <a:lvl7pPr>
              <a:defRPr sz="1200" b="0">
                <a:solidFill>
                  <a:srgbClr val="52666A"/>
                </a:solidFill>
                <a:latin typeface="Arial"/>
                <a:ea typeface="Arial"/>
                <a:cs typeface="Arial"/>
              </a:defRPr>
            </a:lvl7pPr>
            <a:lvl8pPr>
              <a:defRPr sz="1200" b="0">
                <a:solidFill>
                  <a:srgbClr val="52666A"/>
                </a:solidFill>
                <a:latin typeface="Arial"/>
                <a:ea typeface="Arial"/>
                <a:cs typeface="Arial"/>
              </a:defRPr>
            </a:lvl8pPr>
            <a:lvl9pPr>
              <a:defRPr sz="1200" b="0">
                <a:solidFill>
                  <a:srgbClr val="52666A"/>
                </a:solidFill>
                <a:latin typeface="Arial"/>
                <a:ea typeface="Arial"/>
                <a:cs typeface="Arial"/>
              </a:defRPr>
            </a:lvl9pPr>
          </a:lstStyle>
          <a:p xmlns:a="http://schemas.openxmlformats.org/drawingml/2006/main">
            <a:pPr>
              <a:defRPr sz="1200" b="0">
                <a:solidFill>
                  <a:srgbClr val="52666A"/>
                </a:solidFill>
                <a:latin typeface="Arial"/>
                <a:ea typeface="Arial"/>
                <a:cs typeface="Arial"/>
              </a:defRPr>
            </a:pPr>
            <a:r>
              <a:rPr sz="1200" b="0">
                <a:solidFill>
                  <a:srgbClr val="52666A"/>
                </a:solidFill>
                <a:latin typeface="Arial"/>
                <a:ea typeface="Arial"/>
                <a:cs typeface="Arial"/>
              </a:rPr>
              <a:t>03</a:t>
            </a:r>
          </a:p>
        </p:txBody>
      </p:sp>
      <p:pic>
        <p:nvPicPr>
          <p:cNvPr id="4" name="">
            <a:extLst xmlns:a="http://schemas.openxmlformats.org/drawingml/2006/main">
              <a:ext uri="{FF2B5EF4-FFF2-40B4-BE49-F238E27FC236}">
                <a16:creationId xmlns:a16="http://schemas.microsoft.com/office/drawing/2014/main" id="{C3AACBAF-61A2-42F2-9EDD-A9896AF0DC6B}"/>
              </a:ext>
            </a:extLst>
          </p:cNvPr>
          <p:cNvPicPr>
            <a:picLocks xmlns:a="http://schemas.openxmlformats.org/drawingml/2006/main" noChangeAspect="1"/>
          </p:cNvPicPr>
          <p:nvPr/>
        </p:nvPicPr>
        <p:blipFill>
          <a:blip xmlns:r="http://schemas.openxmlformats.org/officeDocument/2006/relationships" xmlns:a="http://schemas.openxmlformats.org/drawingml/2006/main" r:embed="Ref291c3a8fa64660"/>
          <a:stretch xmlns:a="http://schemas.openxmlformats.org/drawingml/2006/main"/>
        </p:blipFill>
        <p:spPr>
          <a:xfrm xmlns:a="http://schemas.openxmlformats.org/drawingml/2006/main">
            <a:off x="609600" y="1597113"/>
            <a:ext cx="7524750" cy="423527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ED1B2DD-1D76-448E-8633-17A88A716750}"/>
              </a:ext>
            </a:extLst>
          </p:cNvPr>
          <p:cNvSpPr>
            <a:spLocks xmlns:a="http://schemas.openxmlformats.org/drawingml/2006/main" noGrp="1"/>
          </p:cNvSpPr>
          <p:nvPr/>
        </p:nvSpPr>
        <p:spPr>
          <a:xfrm xmlns:a="http://schemas.openxmlformats.org/drawingml/2006/main">
            <a:off x="8477250" y="1981200"/>
            <a:ext cx="309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75" b="1">
                <a:solidFill>
                  <a:srgbClr val="146E71"/>
                </a:solidFill>
                <a:latin typeface="Arial"/>
                <a:ea typeface="Arial"/>
                <a:cs typeface="Arial"/>
              </a:defRPr>
            </a:defPPr>
            <a:lvl1pPr>
              <a:defRPr sz="2775" b="1">
                <a:solidFill>
                  <a:srgbClr val="146E71"/>
                </a:solidFill>
                <a:latin typeface="Arial"/>
                <a:ea typeface="Arial"/>
                <a:cs typeface="Arial"/>
              </a:defRPr>
            </a:lvl1pPr>
            <a:lvl2pPr>
              <a:defRPr sz="2775" b="1">
                <a:solidFill>
                  <a:srgbClr val="146E71"/>
                </a:solidFill>
                <a:latin typeface="Arial"/>
                <a:ea typeface="Arial"/>
                <a:cs typeface="Arial"/>
              </a:defRPr>
            </a:lvl2pPr>
            <a:lvl3pPr>
              <a:defRPr sz="2775" b="1">
                <a:solidFill>
                  <a:srgbClr val="146E71"/>
                </a:solidFill>
                <a:latin typeface="Arial"/>
                <a:ea typeface="Arial"/>
                <a:cs typeface="Arial"/>
              </a:defRPr>
            </a:lvl3pPr>
            <a:lvl4pPr>
              <a:defRPr sz="2775" b="1">
                <a:solidFill>
                  <a:srgbClr val="146E71"/>
                </a:solidFill>
                <a:latin typeface="Arial"/>
                <a:ea typeface="Arial"/>
                <a:cs typeface="Arial"/>
              </a:defRPr>
            </a:lvl4pPr>
            <a:lvl5pPr>
              <a:defRPr sz="2775" b="1">
                <a:solidFill>
                  <a:srgbClr val="146E71"/>
                </a:solidFill>
                <a:latin typeface="Arial"/>
                <a:ea typeface="Arial"/>
                <a:cs typeface="Arial"/>
              </a:defRPr>
            </a:lvl5pPr>
            <a:lvl6pPr>
              <a:defRPr sz="2775" b="1">
                <a:solidFill>
                  <a:srgbClr val="146E71"/>
                </a:solidFill>
                <a:latin typeface="Arial"/>
                <a:ea typeface="Arial"/>
                <a:cs typeface="Arial"/>
              </a:defRPr>
            </a:lvl6pPr>
            <a:lvl7pPr>
              <a:defRPr sz="2775" b="1">
                <a:solidFill>
                  <a:srgbClr val="146E71"/>
                </a:solidFill>
                <a:latin typeface="Arial"/>
                <a:ea typeface="Arial"/>
                <a:cs typeface="Arial"/>
              </a:defRPr>
            </a:lvl7pPr>
            <a:lvl8pPr>
              <a:defRPr sz="2775" b="1">
                <a:solidFill>
                  <a:srgbClr val="146E71"/>
                </a:solidFill>
                <a:latin typeface="Arial"/>
                <a:ea typeface="Arial"/>
                <a:cs typeface="Arial"/>
              </a:defRPr>
            </a:lvl8pPr>
            <a:lvl9pPr>
              <a:defRPr sz="2775" b="1">
                <a:solidFill>
                  <a:srgbClr val="146E71"/>
                </a:solidFill>
                <a:latin typeface="Arial"/>
                <a:ea typeface="Arial"/>
                <a:cs typeface="Arial"/>
              </a:defRPr>
            </a:lvl9pPr>
          </a:lstStyle>
          <a:p xmlns:a="http://schemas.openxmlformats.org/drawingml/2006/main">
            <a:pPr>
              <a:defRPr sz="2775" b="1">
                <a:solidFill>
                  <a:srgbClr val="146E71"/>
                </a:solidFill>
                <a:latin typeface="Arial"/>
                <a:ea typeface="Arial"/>
                <a:cs typeface="Arial"/>
              </a:defRPr>
            </a:pPr>
            <a:r>
              <a:rPr sz="2775" b="1">
                <a:solidFill>
                  <a:srgbClr val="146E71"/>
                </a:solidFill>
                <a:latin typeface="Arial"/>
                <a:ea typeface="Arial"/>
                <a:cs typeface="Arial"/>
              </a:rPr>
              <a:t>$32 / 22 min</a:t>
            </a:r>
          </a:p>
        </p:txBody>
      </p:sp>
      <p:sp>
        <p:nvSpPr>
          <p:cNvPr id="6" name="">
            <a:extLst xmlns:a="http://schemas.openxmlformats.org/drawingml/2006/main">
              <a:ext uri="{FF2B5EF4-FFF2-40B4-BE49-F238E27FC236}">
                <a16:creationId xmlns:a16="http://schemas.microsoft.com/office/drawing/2014/main" id="{B1CDD942-0148-471B-A98C-C7C7C1CFDDC2}"/>
              </a:ext>
            </a:extLst>
          </p:cNvPr>
          <p:cNvSpPr>
            <a:spLocks xmlns:a="http://schemas.openxmlformats.org/drawingml/2006/main" noGrp="1"/>
          </p:cNvSpPr>
          <p:nvPr/>
        </p:nvSpPr>
        <p:spPr>
          <a:xfrm xmlns:a="http://schemas.openxmlformats.org/drawingml/2006/main">
            <a:off x="8477250" y="2714625"/>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83744"/>
                </a:solidFill>
                <a:latin typeface="Arial"/>
                <a:ea typeface="Arial"/>
                <a:cs typeface="Arial"/>
              </a:defRPr>
            </a:defPPr>
            <a:lvl1pPr>
              <a:defRPr sz="1875" b="0">
                <a:solidFill>
                  <a:srgbClr val="183744"/>
                </a:solidFill>
                <a:latin typeface="Arial"/>
                <a:ea typeface="Arial"/>
                <a:cs typeface="Arial"/>
              </a:defRPr>
            </a:lvl1pPr>
            <a:lvl2pPr>
              <a:defRPr sz="1875" b="0">
                <a:solidFill>
                  <a:srgbClr val="183744"/>
                </a:solidFill>
                <a:latin typeface="Arial"/>
                <a:ea typeface="Arial"/>
                <a:cs typeface="Arial"/>
              </a:defRPr>
            </a:lvl2pPr>
            <a:lvl3pPr>
              <a:defRPr sz="1875" b="0">
                <a:solidFill>
                  <a:srgbClr val="183744"/>
                </a:solidFill>
                <a:latin typeface="Arial"/>
                <a:ea typeface="Arial"/>
                <a:cs typeface="Arial"/>
              </a:defRPr>
            </a:lvl3pPr>
            <a:lvl4pPr>
              <a:defRPr sz="1875" b="0">
                <a:solidFill>
                  <a:srgbClr val="183744"/>
                </a:solidFill>
                <a:latin typeface="Arial"/>
                <a:ea typeface="Arial"/>
                <a:cs typeface="Arial"/>
              </a:defRPr>
            </a:lvl4pPr>
            <a:lvl5pPr>
              <a:defRPr sz="1875" b="0">
                <a:solidFill>
                  <a:srgbClr val="183744"/>
                </a:solidFill>
                <a:latin typeface="Arial"/>
                <a:ea typeface="Arial"/>
                <a:cs typeface="Arial"/>
              </a:defRPr>
            </a:lvl5pPr>
            <a:lvl6pPr>
              <a:defRPr sz="1875" b="0">
                <a:solidFill>
                  <a:srgbClr val="183744"/>
                </a:solidFill>
                <a:latin typeface="Arial"/>
                <a:ea typeface="Arial"/>
                <a:cs typeface="Arial"/>
              </a:defRPr>
            </a:lvl6pPr>
            <a:lvl7pPr>
              <a:defRPr sz="1875" b="0">
                <a:solidFill>
                  <a:srgbClr val="183744"/>
                </a:solidFill>
                <a:latin typeface="Arial"/>
                <a:ea typeface="Arial"/>
                <a:cs typeface="Arial"/>
              </a:defRPr>
            </a:lvl7pPr>
            <a:lvl8pPr>
              <a:defRPr sz="1875" b="0">
                <a:solidFill>
                  <a:srgbClr val="183744"/>
                </a:solidFill>
                <a:latin typeface="Arial"/>
                <a:ea typeface="Arial"/>
                <a:cs typeface="Arial"/>
              </a:defRPr>
            </a:lvl8pPr>
            <a:lvl9pPr>
              <a:defRPr sz="1875" b="0">
                <a:solidFill>
                  <a:srgbClr val="183744"/>
                </a:solidFill>
                <a:latin typeface="Arial"/>
                <a:ea typeface="Arial"/>
                <a:cs typeface="Arial"/>
              </a:defRPr>
            </a:lvl9pPr>
          </a:lstStyle>
          <a:p xmlns:a="http://schemas.openxmlformats.org/drawingml/2006/main">
            <a:pPr>
              <a:defRPr sz="1875" b="0">
                <a:solidFill>
                  <a:srgbClr val="183744"/>
                </a:solidFill>
                <a:latin typeface="Arial"/>
                <a:ea typeface="Arial"/>
                <a:cs typeface="Arial"/>
              </a:defRPr>
            </a:pPr>
            <a:r>
              <a:rPr sz="1875" b="0">
                <a:solidFill>
                  <a:srgbClr val="183744"/>
                </a:solidFill>
                <a:latin typeface="Arial"/>
                <a:ea typeface="Arial"/>
                <a:cs typeface="Arial"/>
              </a:rPr>
              <a:t>Initial checked plan</a:t>
            </a:r>
          </a:p>
        </p:txBody>
      </p:sp>
      <p:sp>
        <p:nvSpPr>
          <p:cNvPr id="7" name="">
            <a:extLst xmlns:a="http://schemas.openxmlformats.org/drawingml/2006/main">
              <a:ext uri="{FF2B5EF4-FFF2-40B4-BE49-F238E27FC236}">
                <a16:creationId xmlns:a16="http://schemas.microsoft.com/office/drawing/2014/main" id="{61B3E39C-E3EF-433E-9972-E40917E38E86}"/>
              </a:ext>
            </a:extLst>
          </p:cNvPr>
          <p:cNvSpPr>
            <a:spLocks xmlns:a="http://schemas.openxmlformats.org/drawingml/2006/main" noGrp="1"/>
          </p:cNvSpPr>
          <p:nvPr/>
        </p:nvSpPr>
        <p:spPr>
          <a:xfrm xmlns:a="http://schemas.openxmlformats.org/drawingml/2006/main">
            <a:off x="8477250" y="3695700"/>
            <a:ext cx="309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75" b="1">
                <a:solidFill>
                  <a:srgbClr val="146E71"/>
                </a:solidFill>
                <a:latin typeface="Arial"/>
                <a:ea typeface="Arial"/>
                <a:cs typeface="Arial"/>
              </a:defRPr>
            </a:defPPr>
            <a:lvl1pPr>
              <a:defRPr sz="2775" b="1">
                <a:solidFill>
                  <a:srgbClr val="146E71"/>
                </a:solidFill>
                <a:latin typeface="Arial"/>
                <a:ea typeface="Arial"/>
                <a:cs typeface="Arial"/>
              </a:defRPr>
            </a:lvl1pPr>
            <a:lvl2pPr>
              <a:defRPr sz="2775" b="1">
                <a:solidFill>
                  <a:srgbClr val="146E71"/>
                </a:solidFill>
                <a:latin typeface="Arial"/>
                <a:ea typeface="Arial"/>
                <a:cs typeface="Arial"/>
              </a:defRPr>
            </a:lvl2pPr>
            <a:lvl3pPr>
              <a:defRPr sz="2775" b="1">
                <a:solidFill>
                  <a:srgbClr val="146E71"/>
                </a:solidFill>
                <a:latin typeface="Arial"/>
                <a:ea typeface="Arial"/>
                <a:cs typeface="Arial"/>
              </a:defRPr>
            </a:lvl3pPr>
            <a:lvl4pPr>
              <a:defRPr sz="2775" b="1">
                <a:solidFill>
                  <a:srgbClr val="146E71"/>
                </a:solidFill>
                <a:latin typeface="Arial"/>
                <a:ea typeface="Arial"/>
                <a:cs typeface="Arial"/>
              </a:defRPr>
            </a:lvl4pPr>
            <a:lvl5pPr>
              <a:defRPr sz="2775" b="1">
                <a:solidFill>
                  <a:srgbClr val="146E71"/>
                </a:solidFill>
                <a:latin typeface="Arial"/>
                <a:ea typeface="Arial"/>
                <a:cs typeface="Arial"/>
              </a:defRPr>
            </a:lvl5pPr>
            <a:lvl6pPr>
              <a:defRPr sz="2775" b="1">
                <a:solidFill>
                  <a:srgbClr val="146E71"/>
                </a:solidFill>
                <a:latin typeface="Arial"/>
                <a:ea typeface="Arial"/>
                <a:cs typeface="Arial"/>
              </a:defRPr>
            </a:lvl6pPr>
            <a:lvl7pPr>
              <a:defRPr sz="2775" b="1">
                <a:solidFill>
                  <a:srgbClr val="146E71"/>
                </a:solidFill>
                <a:latin typeface="Arial"/>
                <a:ea typeface="Arial"/>
                <a:cs typeface="Arial"/>
              </a:defRPr>
            </a:lvl7pPr>
            <a:lvl8pPr>
              <a:defRPr sz="2775" b="1">
                <a:solidFill>
                  <a:srgbClr val="146E71"/>
                </a:solidFill>
                <a:latin typeface="Arial"/>
                <a:ea typeface="Arial"/>
                <a:cs typeface="Arial"/>
              </a:defRPr>
            </a:lvl8pPr>
            <a:lvl9pPr>
              <a:defRPr sz="2775" b="1">
                <a:solidFill>
                  <a:srgbClr val="146E71"/>
                </a:solidFill>
                <a:latin typeface="Arial"/>
                <a:ea typeface="Arial"/>
                <a:cs typeface="Arial"/>
              </a:defRPr>
            </a:lvl9pPr>
          </a:lstStyle>
          <a:p xmlns:a="http://schemas.openxmlformats.org/drawingml/2006/main">
            <a:pPr>
              <a:defRPr sz="2775" b="1">
                <a:solidFill>
                  <a:srgbClr val="146E71"/>
                </a:solidFill>
                <a:latin typeface="Arial"/>
                <a:ea typeface="Arial"/>
                <a:cs typeface="Arial"/>
              </a:defRPr>
            </a:pPr>
            <a:r>
              <a:rPr sz="2775" b="1">
                <a:solidFill>
                  <a:srgbClr val="146E71"/>
                </a:solidFill>
                <a:latin typeface="Arial"/>
                <a:ea typeface="Arial"/>
                <a:cs typeface="Arial"/>
              </a:rPr>
              <a:t>$35 / 28 min</a:t>
            </a:r>
          </a:p>
        </p:txBody>
      </p:sp>
      <p:sp>
        <p:nvSpPr>
          <p:cNvPr id="8" name="">
            <a:extLst xmlns:a="http://schemas.openxmlformats.org/drawingml/2006/main">
              <a:ext uri="{FF2B5EF4-FFF2-40B4-BE49-F238E27FC236}">
                <a16:creationId xmlns:a16="http://schemas.microsoft.com/office/drawing/2014/main" id="{FB4022F9-E135-4A4C-B2E7-69DBD49966A3}"/>
              </a:ext>
            </a:extLst>
          </p:cNvPr>
          <p:cNvSpPr>
            <a:spLocks xmlns:a="http://schemas.openxmlformats.org/drawingml/2006/main" noGrp="1"/>
          </p:cNvSpPr>
          <p:nvPr/>
        </p:nvSpPr>
        <p:spPr>
          <a:xfrm xmlns:a="http://schemas.openxmlformats.org/drawingml/2006/main">
            <a:off x="8477250" y="4429125"/>
            <a:ext cx="3095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83744"/>
                </a:solidFill>
                <a:latin typeface="Arial"/>
                <a:ea typeface="Arial"/>
                <a:cs typeface="Arial"/>
              </a:defRPr>
            </a:defPPr>
            <a:lvl1pPr>
              <a:defRPr sz="1875" b="0">
                <a:solidFill>
                  <a:srgbClr val="183744"/>
                </a:solidFill>
                <a:latin typeface="Arial"/>
                <a:ea typeface="Arial"/>
                <a:cs typeface="Arial"/>
              </a:defRPr>
            </a:lvl1pPr>
            <a:lvl2pPr>
              <a:defRPr sz="1875" b="0">
                <a:solidFill>
                  <a:srgbClr val="183744"/>
                </a:solidFill>
                <a:latin typeface="Arial"/>
                <a:ea typeface="Arial"/>
                <a:cs typeface="Arial"/>
              </a:defRPr>
            </a:lvl2pPr>
            <a:lvl3pPr>
              <a:defRPr sz="1875" b="0">
                <a:solidFill>
                  <a:srgbClr val="183744"/>
                </a:solidFill>
                <a:latin typeface="Arial"/>
                <a:ea typeface="Arial"/>
                <a:cs typeface="Arial"/>
              </a:defRPr>
            </a:lvl3pPr>
            <a:lvl4pPr>
              <a:defRPr sz="1875" b="0">
                <a:solidFill>
                  <a:srgbClr val="183744"/>
                </a:solidFill>
                <a:latin typeface="Arial"/>
                <a:ea typeface="Arial"/>
                <a:cs typeface="Arial"/>
              </a:defRPr>
            </a:lvl4pPr>
            <a:lvl5pPr>
              <a:defRPr sz="1875" b="0">
                <a:solidFill>
                  <a:srgbClr val="183744"/>
                </a:solidFill>
                <a:latin typeface="Arial"/>
                <a:ea typeface="Arial"/>
                <a:cs typeface="Arial"/>
              </a:defRPr>
            </a:lvl5pPr>
            <a:lvl6pPr>
              <a:defRPr sz="1875" b="0">
                <a:solidFill>
                  <a:srgbClr val="183744"/>
                </a:solidFill>
                <a:latin typeface="Arial"/>
                <a:ea typeface="Arial"/>
                <a:cs typeface="Arial"/>
              </a:defRPr>
            </a:lvl6pPr>
            <a:lvl7pPr>
              <a:defRPr sz="1875" b="0">
                <a:solidFill>
                  <a:srgbClr val="183744"/>
                </a:solidFill>
                <a:latin typeface="Arial"/>
                <a:ea typeface="Arial"/>
                <a:cs typeface="Arial"/>
              </a:defRPr>
            </a:lvl7pPr>
            <a:lvl8pPr>
              <a:defRPr sz="1875" b="0">
                <a:solidFill>
                  <a:srgbClr val="183744"/>
                </a:solidFill>
                <a:latin typeface="Arial"/>
                <a:ea typeface="Arial"/>
                <a:cs typeface="Arial"/>
              </a:defRPr>
            </a:lvl8pPr>
            <a:lvl9pPr>
              <a:defRPr sz="1875" b="0">
                <a:solidFill>
                  <a:srgbClr val="183744"/>
                </a:solidFill>
                <a:latin typeface="Arial"/>
                <a:ea typeface="Arial"/>
                <a:cs typeface="Arial"/>
              </a:defRPr>
            </a:lvl9pPr>
          </a:lstStyle>
          <a:p xmlns:a="http://schemas.openxmlformats.org/drawingml/2006/main">
            <a:pPr>
              <a:defRPr sz="1875" b="0">
                <a:solidFill>
                  <a:srgbClr val="183744"/>
                </a:solidFill>
                <a:latin typeface="Arial"/>
                <a:ea typeface="Arial"/>
                <a:cs typeface="Arial"/>
              </a:defRPr>
            </a:pPr>
            <a:r>
              <a:rPr sz="1875" b="0">
                <a:solidFill>
                  <a:srgbClr val="183744"/>
                </a:solidFill>
                <a:latin typeface="Arial"/>
                <a:ea typeface="Arial"/>
                <a:cs typeface="Arial"/>
              </a:rPr>
              <a:t>Replacement plan</a:t>
            </a:r>
          </a:p>
          <a:p xmlns:a="http://schemas.openxmlformats.org/drawingml/2006/main">
            <a:pPr>
              <a:defRPr sz="1875" b="0">
                <a:solidFill>
                  <a:srgbClr val="183744"/>
                </a:solidFill>
                <a:latin typeface="Arial"/>
                <a:ea typeface="Arial"/>
                <a:cs typeface="Arial"/>
              </a:defRPr>
            </a:pPr>
            <a:r>
              <a:rPr sz="1875" b="0">
                <a:solidFill>
                  <a:srgbClr val="183744"/>
                </a:solidFill>
                <a:latin typeface="Arial"/>
                <a:ea typeface="Arial"/>
                <a:cs typeface="Arial"/>
              </a:rPr>
              <a:t>New approval required</a:t>
            </a:r>
          </a:p>
        </p:txBody>
      </p:sp>
    </p:spTree>
    <p:extLst>
      <p:ext uri="{BB962C8B-B14F-4D97-AF65-F5344CB8AC3E}">
        <p14:creationId xmlns:p14="http://schemas.microsoft.com/office/powerpoint/2010/main" val="389231009"/>
      </p:ext>
    </p:extLst>
  </p:cSld>
</p:sld>
</file>

<file path=ppt/slides/slide4.xml><?xml version="1.0" encoding="utf-8"?>
<p:sld xmlns:p="http://schemas.openxmlformats.org/presentationml/2006/main">
  <p:cSld>
    <p:bg>
      <p:bgPr>
        <a:solidFill xmlns:a="http://schemas.openxmlformats.org/drawingml/2006/main">
          <a:srgbClr val="F4F5E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22788F4-7652-4BD1-90B3-524CF42C5D2C}"/>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3744"/>
                </a:solidFill>
                <a:latin typeface="Arial"/>
                <a:ea typeface="Arial"/>
                <a:cs typeface="Arial"/>
              </a:defRPr>
            </a:defPPr>
            <a:lvl1pPr>
              <a:defRPr sz="3300" b="1">
                <a:solidFill>
                  <a:srgbClr val="183744"/>
                </a:solidFill>
                <a:latin typeface="Arial"/>
                <a:ea typeface="Arial"/>
                <a:cs typeface="Arial"/>
              </a:defRPr>
            </a:lvl1pPr>
            <a:lvl2pPr>
              <a:defRPr sz="3300" b="1">
                <a:solidFill>
                  <a:srgbClr val="183744"/>
                </a:solidFill>
                <a:latin typeface="Arial"/>
                <a:ea typeface="Arial"/>
                <a:cs typeface="Arial"/>
              </a:defRPr>
            </a:lvl2pPr>
            <a:lvl3pPr>
              <a:defRPr sz="3300" b="1">
                <a:solidFill>
                  <a:srgbClr val="183744"/>
                </a:solidFill>
                <a:latin typeface="Arial"/>
                <a:ea typeface="Arial"/>
                <a:cs typeface="Arial"/>
              </a:defRPr>
            </a:lvl3pPr>
            <a:lvl4pPr>
              <a:defRPr sz="3300" b="1">
                <a:solidFill>
                  <a:srgbClr val="183744"/>
                </a:solidFill>
                <a:latin typeface="Arial"/>
                <a:ea typeface="Arial"/>
                <a:cs typeface="Arial"/>
              </a:defRPr>
            </a:lvl4pPr>
            <a:lvl5pPr>
              <a:defRPr sz="3300" b="1">
                <a:solidFill>
                  <a:srgbClr val="183744"/>
                </a:solidFill>
                <a:latin typeface="Arial"/>
                <a:ea typeface="Arial"/>
                <a:cs typeface="Arial"/>
              </a:defRPr>
            </a:lvl5pPr>
            <a:lvl6pPr>
              <a:defRPr sz="3300" b="1">
                <a:solidFill>
                  <a:srgbClr val="183744"/>
                </a:solidFill>
                <a:latin typeface="Arial"/>
                <a:ea typeface="Arial"/>
                <a:cs typeface="Arial"/>
              </a:defRPr>
            </a:lvl6pPr>
            <a:lvl7pPr>
              <a:defRPr sz="3300" b="1">
                <a:solidFill>
                  <a:srgbClr val="183744"/>
                </a:solidFill>
                <a:latin typeface="Arial"/>
                <a:ea typeface="Arial"/>
                <a:cs typeface="Arial"/>
              </a:defRPr>
            </a:lvl7pPr>
            <a:lvl8pPr>
              <a:defRPr sz="3300" b="1">
                <a:solidFill>
                  <a:srgbClr val="183744"/>
                </a:solidFill>
                <a:latin typeface="Arial"/>
                <a:ea typeface="Arial"/>
                <a:cs typeface="Arial"/>
              </a:defRPr>
            </a:lvl8pPr>
            <a:lvl9pPr>
              <a:defRPr sz="3300" b="1">
                <a:solidFill>
                  <a:srgbClr val="183744"/>
                </a:solidFill>
                <a:latin typeface="Arial"/>
                <a:ea typeface="Arial"/>
                <a:cs typeface="Arial"/>
              </a:defRPr>
            </a:lvl9pPr>
          </a:lstStyle>
          <a:p xmlns:a="http://schemas.openxmlformats.org/drawingml/2006/main">
            <a:pPr>
              <a:defRPr sz="3300" b="1">
                <a:solidFill>
                  <a:srgbClr val="183744"/>
                </a:solidFill>
                <a:latin typeface="Arial"/>
                <a:ea typeface="Arial"/>
                <a:cs typeface="Arial"/>
              </a:defRPr>
            </a:pPr>
            <a:r>
              <a:rPr sz="3300" b="1">
                <a:solidFill>
                  <a:srgbClr val="183744"/>
                </a:solidFill>
                <a:latin typeface="Arial"/>
                <a:ea typeface="Arial"/>
                <a:cs typeface="Arial"/>
              </a:rPr>
              <a:t>Agent workflow and architecture</a:t>
            </a:r>
          </a:p>
        </p:txBody>
      </p:sp>
      <p:sp>
        <p:nvSpPr>
          <p:cNvPr id="2" name="">
            <a:extLst xmlns:a="http://schemas.openxmlformats.org/drawingml/2006/main">
              <a:ext uri="{FF2B5EF4-FFF2-40B4-BE49-F238E27FC236}">
                <a16:creationId xmlns:a16="http://schemas.microsoft.com/office/drawing/2014/main" id="{D214B299-1D11-4857-8B35-844A4CD01901}"/>
              </a:ext>
            </a:extLst>
          </p:cNvPr>
          <p:cNvSpPr>
            <a:spLocks xmlns:a="http://schemas.openxmlformats.org/drawingml/2006/main" noGrp="1"/>
          </p:cNvSpPr>
          <p:nvPr/>
        </p:nvSpPr>
        <p:spPr>
          <a:xfrm xmlns:a="http://schemas.openxmlformats.org/drawingml/2006/main">
            <a:off x="609600" y="642937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66A"/>
                </a:solidFill>
                <a:latin typeface="Arial"/>
                <a:ea typeface="Arial"/>
                <a:cs typeface="Arial"/>
              </a:defRPr>
            </a:defPPr>
            <a:lvl1pPr>
              <a:defRPr sz="1200" b="0">
                <a:solidFill>
                  <a:srgbClr val="52666A"/>
                </a:solidFill>
                <a:latin typeface="Arial"/>
                <a:ea typeface="Arial"/>
                <a:cs typeface="Arial"/>
              </a:defRPr>
            </a:lvl1pPr>
            <a:lvl2pPr>
              <a:defRPr sz="1200" b="0">
                <a:solidFill>
                  <a:srgbClr val="52666A"/>
                </a:solidFill>
                <a:latin typeface="Arial"/>
                <a:ea typeface="Arial"/>
                <a:cs typeface="Arial"/>
              </a:defRPr>
            </a:lvl2pPr>
            <a:lvl3pPr>
              <a:defRPr sz="1200" b="0">
                <a:solidFill>
                  <a:srgbClr val="52666A"/>
                </a:solidFill>
                <a:latin typeface="Arial"/>
                <a:ea typeface="Arial"/>
                <a:cs typeface="Arial"/>
              </a:defRPr>
            </a:lvl3pPr>
            <a:lvl4pPr>
              <a:defRPr sz="1200" b="0">
                <a:solidFill>
                  <a:srgbClr val="52666A"/>
                </a:solidFill>
                <a:latin typeface="Arial"/>
                <a:ea typeface="Arial"/>
                <a:cs typeface="Arial"/>
              </a:defRPr>
            </a:lvl4pPr>
            <a:lvl5pPr>
              <a:defRPr sz="1200" b="0">
                <a:solidFill>
                  <a:srgbClr val="52666A"/>
                </a:solidFill>
                <a:latin typeface="Arial"/>
                <a:ea typeface="Arial"/>
                <a:cs typeface="Arial"/>
              </a:defRPr>
            </a:lvl5pPr>
            <a:lvl6pPr>
              <a:defRPr sz="1200" b="0">
                <a:solidFill>
                  <a:srgbClr val="52666A"/>
                </a:solidFill>
                <a:latin typeface="Arial"/>
                <a:ea typeface="Arial"/>
                <a:cs typeface="Arial"/>
              </a:defRPr>
            </a:lvl6pPr>
            <a:lvl7pPr>
              <a:defRPr sz="1200" b="0">
                <a:solidFill>
                  <a:srgbClr val="52666A"/>
                </a:solidFill>
                <a:latin typeface="Arial"/>
                <a:ea typeface="Arial"/>
                <a:cs typeface="Arial"/>
              </a:defRPr>
            </a:lvl7pPr>
            <a:lvl8pPr>
              <a:defRPr sz="1200" b="0">
                <a:solidFill>
                  <a:srgbClr val="52666A"/>
                </a:solidFill>
                <a:latin typeface="Arial"/>
                <a:ea typeface="Arial"/>
                <a:cs typeface="Arial"/>
              </a:defRPr>
            </a:lvl8pPr>
            <a:lvl9pPr>
              <a:defRPr sz="1200" b="0">
                <a:solidFill>
                  <a:srgbClr val="52666A"/>
                </a:solidFill>
                <a:latin typeface="Arial"/>
                <a:ea typeface="Arial"/>
                <a:cs typeface="Arial"/>
              </a:defRPr>
            </a:lvl9pPr>
          </a:lstStyle>
          <a:p xmlns:a="http://schemas.openxmlformats.org/drawingml/2006/main">
            <a:pPr>
              <a:defRPr sz="1200" b="0">
                <a:solidFill>
                  <a:srgbClr val="52666A"/>
                </a:solidFill>
                <a:latin typeface="Arial"/>
                <a:ea typeface="Arial"/>
                <a:cs typeface="Arial"/>
              </a:defRPr>
            </a:pPr>
            <a:r>
              <a:rPr sz="1200" b="0">
                <a:solidFill>
                  <a:srgbClr val="52666A"/>
                </a:solidFill>
                <a:latin typeface="Arial"/>
                <a:ea typeface="Arial"/>
                <a:cs typeface="Arial"/>
              </a:rPr>
              <a:t>ROVER Relay / Event candidate / October 22, 2026</a:t>
            </a:r>
          </a:p>
        </p:txBody>
      </p:sp>
      <p:sp>
        <p:nvSpPr>
          <p:cNvPr id="3" name="">
            <a:extLst xmlns:a="http://schemas.openxmlformats.org/drawingml/2006/main">
              <a:ext uri="{FF2B5EF4-FFF2-40B4-BE49-F238E27FC236}">
                <a16:creationId xmlns:a16="http://schemas.microsoft.com/office/drawing/2014/main" id="{3ED8314F-C9E2-465A-BC79-C5EE360F0C98}"/>
              </a:ext>
            </a:extLst>
          </p:cNvPr>
          <p:cNvSpPr>
            <a:spLocks xmlns:a="http://schemas.openxmlformats.org/drawingml/2006/main" noGrp="1"/>
          </p:cNvSpPr>
          <p:nvPr/>
        </p:nvSpPr>
        <p:spPr>
          <a:xfrm xmlns:a="http://schemas.openxmlformats.org/drawingml/2006/main">
            <a:off x="1106805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66A"/>
                </a:solidFill>
                <a:latin typeface="Arial"/>
                <a:ea typeface="Arial"/>
                <a:cs typeface="Arial"/>
              </a:defRPr>
            </a:defPPr>
            <a:lvl1pPr>
              <a:defRPr sz="1200" b="0">
                <a:solidFill>
                  <a:srgbClr val="52666A"/>
                </a:solidFill>
                <a:latin typeface="Arial"/>
                <a:ea typeface="Arial"/>
                <a:cs typeface="Arial"/>
              </a:defRPr>
            </a:lvl1pPr>
            <a:lvl2pPr>
              <a:defRPr sz="1200" b="0">
                <a:solidFill>
                  <a:srgbClr val="52666A"/>
                </a:solidFill>
                <a:latin typeface="Arial"/>
                <a:ea typeface="Arial"/>
                <a:cs typeface="Arial"/>
              </a:defRPr>
            </a:lvl2pPr>
            <a:lvl3pPr>
              <a:defRPr sz="1200" b="0">
                <a:solidFill>
                  <a:srgbClr val="52666A"/>
                </a:solidFill>
                <a:latin typeface="Arial"/>
                <a:ea typeface="Arial"/>
                <a:cs typeface="Arial"/>
              </a:defRPr>
            </a:lvl3pPr>
            <a:lvl4pPr>
              <a:defRPr sz="1200" b="0">
                <a:solidFill>
                  <a:srgbClr val="52666A"/>
                </a:solidFill>
                <a:latin typeface="Arial"/>
                <a:ea typeface="Arial"/>
                <a:cs typeface="Arial"/>
              </a:defRPr>
            </a:lvl4pPr>
            <a:lvl5pPr>
              <a:defRPr sz="1200" b="0">
                <a:solidFill>
                  <a:srgbClr val="52666A"/>
                </a:solidFill>
                <a:latin typeface="Arial"/>
                <a:ea typeface="Arial"/>
                <a:cs typeface="Arial"/>
              </a:defRPr>
            </a:lvl5pPr>
            <a:lvl6pPr>
              <a:defRPr sz="1200" b="0">
                <a:solidFill>
                  <a:srgbClr val="52666A"/>
                </a:solidFill>
                <a:latin typeface="Arial"/>
                <a:ea typeface="Arial"/>
                <a:cs typeface="Arial"/>
              </a:defRPr>
            </a:lvl6pPr>
            <a:lvl7pPr>
              <a:defRPr sz="1200" b="0">
                <a:solidFill>
                  <a:srgbClr val="52666A"/>
                </a:solidFill>
                <a:latin typeface="Arial"/>
                <a:ea typeface="Arial"/>
                <a:cs typeface="Arial"/>
              </a:defRPr>
            </a:lvl7pPr>
            <a:lvl8pPr>
              <a:defRPr sz="1200" b="0">
                <a:solidFill>
                  <a:srgbClr val="52666A"/>
                </a:solidFill>
                <a:latin typeface="Arial"/>
                <a:ea typeface="Arial"/>
                <a:cs typeface="Arial"/>
              </a:defRPr>
            </a:lvl8pPr>
            <a:lvl9pPr>
              <a:defRPr sz="1200" b="0">
                <a:solidFill>
                  <a:srgbClr val="52666A"/>
                </a:solidFill>
                <a:latin typeface="Arial"/>
                <a:ea typeface="Arial"/>
                <a:cs typeface="Arial"/>
              </a:defRPr>
            </a:lvl9pPr>
          </a:lstStyle>
          <a:p xmlns:a="http://schemas.openxmlformats.org/drawingml/2006/main">
            <a:pPr>
              <a:defRPr sz="1200" b="0">
                <a:solidFill>
                  <a:srgbClr val="52666A"/>
                </a:solidFill>
                <a:latin typeface="Arial"/>
                <a:ea typeface="Arial"/>
                <a:cs typeface="Arial"/>
              </a:defRPr>
            </a:pPr>
            <a:r>
              <a:rPr sz="1200" b="0">
                <a:solidFill>
                  <a:srgbClr val="52666A"/>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123EF189-B945-4DF5-9089-CE735AEFFE3D}"/>
              </a:ext>
            </a:extLst>
          </p:cNvPr>
          <p:cNvSpPr>
            <a:spLocks xmlns:a="http://schemas.openxmlformats.org/drawingml/2006/main" noGrp="1"/>
          </p:cNvSpPr>
          <p:nvPr/>
        </p:nvSpPr>
        <p:spPr>
          <a:xfrm xmlns:a="http://schemas.openxmlformats.org/drawingml/2006/main">
            <a:off x="609600" y="157162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146E71"/>
                </a:solidFill>
                <a:latin typeface="Arial"/>
                <a:ea typeface="Arial"/>
                <a:cs typeface="Arial"/>
              </a:defRPr>
            </a:defPPr>
            <a:lvl1pPr>
              <a:defRPr sz="2550" b="1">
                <a:solidFill>
                  <a:srgbClr val="146E71"/>
                </a:solidFill>
                <a:latin typeface="Arial"/>
                <a:ea typeface="Arial"/>
                <a:cs typeface="Arial"/>
              </a:defRPr>
            </a:lvl1pPr>
            <a:lvl2pPr>
              <a:defRPr sz="2550" b="1">
                <a:solidFill>
                  <a:srgbClr val="146E71"/>
                </a:solidFill>
                <a:latin typeface="Arial"/>
                <a:ea typeface="Arial"/>
                <a:cs typeface="Arial"/>
              </a:defRPr>
            </a:lvl2pPr>
            <a:lvl3pPr>
              <a:defRPr sz="2550" b="1">
                <a:solidFill>
                  <a:srgbClr val="146E71"/>
                </a:solidFill>
                <a:latin typeface="Arial"/>
                <a:ea typeface="Arial"/>
                <a:cs typeface="Arial"/>
              </a:defRPr>
            </a:lvl3pPr>
            <a:lvl4pPr>
              <a:defRPr sz="2550" b="1">
                <a:solidFill>
                  <a:srgbClr val="146E71"/>
                </a:solidFill>
                <a:latin typeface="Arial"/>
                <a:ea typeface="Arial"/>
                <a:cs typeface="Arial"/>
              </a:defRPr>
            </a:lvl4pPr>
            <a:lvl5pPr>
              <a:defRPr sz="2550" b="1">
                <a:solidFill>
                  <a:srgbClr val="146E71"/>
                </a:solidFill>
                <a:latin typeface="Arial"/>
                <a:ea typeface="Arial"/>
                <a:cs typeface="Arial"/>
              </a:defRPr>
            </a:lvl5pPr>
            <a:lvl6pPr>
              <a:defRPr sz="2550" b="1">
                <a:solidFill>
                  <a:srgbClr val="146E71"/>
                </a:solidFill>
                <a:latin typeface="Arial"/>
                <a:ea typeface="Arial"/>
                <a:cs typeface="Arial"/>
              </a:defRPr>
            </a:lvl6pPr>
            <a:lvl7pPr>
              <a:defRPr sz="2550" b="1">
                <a:solidFill>
                  <a:srgbClr val="146E71"/>
                </a:solidFill>
                <a:latin typeface="Arial"/>
                <a:ea typeface="Arial"/>
                <a:cs typeface="Arial"/>
              </a:defRPr>
            </a:lvl7pPr>
            <a:lvl8pPr>
              <a:defRPr sz="2550" b="1">
                <a:solidFill>
                  <a:srgbClr val="146E71"/>
                </a:solidFill>
                <a:latin typeface="Arial"/>
                <a:ea typeface="Arial"/>
                <a:cs typeface="Arial"/>
              </a:defRPr>
            </a:lvl8pPr>
            <a:lvl9pPr>
              <a:defRPr sz="2550" b="1">
                <a:solidFill>
                  <a:srgbClr val="146E71"/>
                </a:solidFill>
                <a:latin typeface="Arial"/>
                <a:ea typeface="Arial"/>
                <a:cs typeface="Arial"/>
              </a:defRPr>
            </a:lvl9pPr>
          </a:lstStyle>
          <a:p xmlns:a="http://schemas.openxmlformats.org/drawingml/2006/main">
            <a:pPr>
              <a:defRPr sz="2550" b="1">
                <a:solidFill>
                  <a:srgbClr val="146E71"/>
                </a:solidFill>
                <a:latin typeface="Arial"/>
                <a:ea typeface="Arial"/>
                <a:cs typeface="Arial"/>
              </a:defRPr>
            </a:pPr>
            <a:r>
              <a:rPr sz="2550" b="1">
                <a:solidFill>
                  <a:srgbClr val="146E71"/>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85865873-3365-4334-BBF8-68B168FE3849}"/>
              </a:ext>
            </a:extLst>
          </p:cNvPr>
          <p:cNvSpPr>
            <a:spLocks xmlns:a="http://schemas.openxmlformats.org/drawingml/2006/main" noGrp="1"/>
          </p:cNvSpPr>
          <p:nvPr/>
        </p:nvSpPr>
        <p:spPr>
          <a:xfrm xmlns:a="http://schemas.openxmlformats.org/drawingml/2006/main">
            <a:off x="1381125" y="1571625"/>
            <a:ext cx="4048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83744"/>
                </a:solidFill>
                <a:latin typeface="Arial"/>
                <a:ea typeface="Arial"/>
                <a:cs typeface="Arial"/>
              </a:defRPr>
            </a:defPPr>
            <a:lvl1pPr>
              <a:defRPr sz="2250" b="1">
                <a:solidFill>
                  <a:srgbClr val="183744"/>
                </a:solidFill>
                <a:latin typeface="Arial"/>
                <a:ea typeface="Arial"/>
                <a:cs typeface="Arial"/>
              </a:defRPr>
            </a:lvl1pPr>
            <a:lvl2pPr>
              <a:defRPr sz="2250" b="1">
                <a:solidFill>
                  <a:srgbClr val="183744"/>
                </a:solidFill>
                <a:latin typeface="Arial"/>
                <a:ea typeface="Arial"/>
                <a:cs typeface="Arial"/>
              </a:defRPr>
            </a:lvl2pPr>
            <a:lvl3pPr>
              <a:defRPr sz="2250" b="1">
                <a:solidFill>
                  <a:srgbClr val="183744"/>
                </a:solidFill>
                <a:latin typeface="Arial"/>
                <a:ea typeface="Arial"/>
                <a:cs typeface="Arial"/>
              </a:defRPr>
            </a:lvl3pPr>
            <a:lvl4pPr>
              <a:defRPr sz="2250" b="1">
                <a:solidFill>
                  <a:srgbClr val="183744"/>
                </a:solidFill>
                <a:latin typeface="Arial"/>
                <a:ea typeface="Arial"/>
                <a:cs typeface="Arial"/>
              </a:defRPr>
            </a:lvl4pPr>
            <a:lvl5pPr>
              <a:defRPr sz="2250" b="1">
                <a:solidFill>
                  <a:srgbClr val="183744"/>
                </a:solidFill>
                <a:latin typeface="Arial"/>
                <a:ea typeface="Arial"/>
                <a:cs typeface="Arial"/>
              </a:defRPr>
            </a:lvl5pPr>
            <a:lvl6pPr>
              <a:defRPr sz="2250" b="1">
                <a:solidFill>
                  <a:srgbClr val="183744"/>
                </a:solidFill>
                <a:latin typeface="Arial"/>
                <a:ea typeface="Arial"/>
                <a:cs typeface="Arial"/>
              </a:defRPr>
            </a:lvl6pPr>
            <a:lvl7pPr>
              <a:defRPr sz="2250" b="1">
                <a:solidFill>
                  <a:srgbClr val="183744"/>
                </a:solidFill>
                <a:latin typeface="Arial"/>
                <a:ea typeface="Arial"/>
                <a:cs typeface="Arial"/>
              </a:defRPr>
            </a:lvl7pPr>
            <a:lvl8pPr>
              <a:defRPr sz="2250" b="1">
                <a:solidFill>
                  <a:srgbClr val="183744"/>
                </a:solidFill>
                <a:latin typeface="Arial"/>
                <a:ea typeface="Arial"/>
                <a:cs typeface="Arial"/>
              </a:defRPr>
            </a:lvl8pPr>
            <a:lvl9pPr>
              <a:defRPr sz="2250" b="1">
                <a:solidFill>
                  <a:srgbClr val="183744"/>
                </a:solidFill>
                <a:latin typeface="Arial"/>
                <a:ea typeface="Arial"/>
                <a:cs typeface="Arial"/>
              </a:defRPr>
            </a:lvl9pPr>
          </a:lstStyle>
          <a:p xmlns:a="http://schemas.openxmlformats.org/drawingml/2006/main">
            <a:pPr>
              <a:defRPr sz="2250" b="1">
                <a:solidFill>
                  <a:srgbClr val="183744"/>
                </a:solidFill>
                <a:latin typeface="Arial"/>
                <a:ea typeface="Arial"/>
                <a:cs typeface="Arial"/>
              </a:defRPr>
            </a:pPr>
            <a:r>
              <a:rPr sz="2250" b="1">
                <a:solidFill>
                  <a:srgbClr val="183744"/>
                </a:solidFill>
                <a:latin typeface="Arial"/>
                <a:ea typeface="Arial"/>
                <a:cs typeface="Arial"/>
              </a:rPr>
              <a:t>Confirmed request</a:t>
            </a:r>
          </a:p>
        </p:txBody>
      </p:sp>
      <p:sp>
        <p:nvSpPr>
          <p:cNvPr id="6" name="">
            <a:extLst xmlns:a="http://schemas.openxmlformats.org/drawingml/2006/main">
              <a:ext uri="{FF2B5EF4-FFF2-40B4-BE49-F238E27FC236}">
                <a16:creationId xmlns:a16="http://schemas.microsoft.com/office/drawing/2014/main" id="{3683CD02-0DFB-4C82-BFCA-46D33C730C2B}"/>
              </a:ext>
            </a:extLst>
          </p:cNvPr>
          <p:cNvSpPr>
            <a:spLocks xmlns:a="http://schemas.openxmlformats.org/drawingml/2006/main" noGrp="1"/>
          </p:cNvSpPr>
          <p:nvPr/>
        </p:nvSpPr>
        <p:spPr>
          <a:xfrm xmlns:a="http://schemas.openxmlformats.org/drawingml/2006/main">
            <a:off x="5810250" y="1571625"/>
            <a:ext cx="5715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83744"/>
                </a:solidFill>
                <a:latin typeface="Arial"/>
                <a:ea typeface="Arial"/>
                <a:cs typeface="Arial"/>
              </a:defRPr>
            </a:defPPr>
            <a:lvl1pPr>
              <a:defRPr sz="1950" b="0">
                <a:solidFill>
                  <a:srgbClr val="183744"/>
                </a:solidFill>
                <a:latin typeface="Arial"/>
                <a:ea typeface="Arial"/>
                <a:cs typeface="Arial"/>
              </a:defRPr>
            </a:lvl1pPr>
            <a:lvl2pPr>
              <a:defRPr sz="1950" b="0">
                <a:solidFill>
                  <a:srgbClr val="183744"/>
                </a:solidFill>
                <a:latin typeface="Arial"/>
                <a:ea typeface="Arial"/>
                <a:cs typeface="Arial"/>
              </a:defRPr>
            </a:lvl2pPr>
            <a:lvl3pPr>
              <a:defRPr sz="1950" b="0">
                <a:solidFill>
                  <a:srgbClr val="183744"/>
                </a:solidFill>
                <a:latin typeface="Arial"/>
                <a:ea typeface="Arial"/>
                <a:cs typeface="Arial"/>
              </a:defRPr>
            </a:lvl3pPr>
            <a:lvl4pPr>
              <a:defRPr sz="1950" b="0">
                <a:solidFill>
                  <a:srgbClr val="183744"/>
                </a:solidFill>
                <a:latin typeface="Arial"/>
                <a:ea typeface="Arial"/>
                <a:cs typeface="Arial"/>
              </a:defRPr>
            </a:lvl4pPr>
            <a:lvl5pPr>
              <a:defRPr sz="1950" b="0">
                <a:solidFill>
                  <a:srgbClr val="183744"/>
                </a:solidFill>
                <a:latin typeface="Arial"/>
                <a:ea typeface="Arial"/>
                <a:cs typeface="Arial"/>
              </a:defRPr>
            </a:lvl5pPr>
            <a:lvl6pPr>
              <a:defRPr sz="1950" b="0">
                <a:solidFill>
                  <a:srgbClr val="183744"/>
                </a:solidFill>
                <a:latin typeface="Arial"/>
                <a:ea typeface="Arial"/>
                <a:cs typeface="Arial"/>
              </a:defRPr>
            </a:lvl6pPr>
            <a:lvl7pPr>
              <a:defRPr sz="1950" b="0">
                <a:solidFill>
                  <a:srgbClr val="183744"/>
                </a:solidFill>
                <a:latin typeface="Arial"/>
                <a:ea typeface="Arial"/>
                <a:cs typeface="Arial"/>
              </a:defRPr>
            </a:lvl7pPr>
            <a:lvl8pPr>
              <a:defRPr sz="1950" b="0">
                <a:solidFill>
                  <a:srgbClr val="183744"/>
                </a:solidFill>
                <a:latin typeface="Arial"/>
                <a:ea typeface="Arial"/>
                <a:cs typeface="Arial"/>
              </a:defRPr>
            </a:lvl8pPr>
            <a:lvl9pPr>
              <a:defRPr sz="1950" b="0">
                <a:solidFill>
                  <a:srgbClr val="183744"/>
                </a:solidFill>
                <a:latin typeface="Arial"/>
                <a:ea typeface="Arial"/>
                <a:cs typeface="Arial"/>
              </a:defRPr>
            </a:lvl9pPr>
          </a:lstStyle>
          <a:p xmlns:a="http://schemas.openxmlformats.org/drawingml/2006/main">
            <a:pPr>
              <a:defRPr sz="1950" b="0">
                <a:solidFill>
                  <a:srgbClr val="183744"/>
                </a:solidFill>
                <a:latin typeface="Arial"/>
                <a:ea typeface="Arial"/>
                <a:cs typeface="Arial"/>
              </a:defRPr>
            </a:pPr>
            <a:r>
              <a:rPr sz="1950" b="0">
                <a:solidFill>
                  <a:srgbClr val="183744"/>
                </a:solidFill>
                <a:latin typeface="Arial"/>
                <a:ea typeface="Arial"/>
                <a:cs typeface="Arial"/>
              </a:rPr>
              <a:t>Clarify missing budget or deadline</a:t>
            </a:r>
          </a:p>
        </p:txBody>
      </p:sp>
      <p:sp>
        <p:nvSpPr>
          <p:cNvPr id="7" name="">
            <a:extLst xmlns:a="http://schemas.openxmlformats.org/drawingml/2006/main">
              <a:ext uri="{FF2B5EF4-FFF2-40B4-BE49-F238E27FC236}">
                <a16:creationId xmlns:a16="http://schemas.microsoft.com/office/drawing/2014/main" id="{74239261-75D5-4F41-B9ED-AA4141BEEDEB}"/>
              </a:ext>
            </a:extLst>
          </p:cNvPr>
          <p:cNvSpPr>
            <a:spLocks xmlns:a="http://schemas.openxmlformats.org/drawingml/2006/main" noGrp="1"/>
          </p:cNvSpPr>
          <p:nvPr/>
        </p:nvSpPr>
        <p:spPr>
          <a:xfrm xmlns:a="http://schemas.openxmlformats.org/drawingml/2006/main">
            <a:off x="609600" y="240982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146E71"/>
                </a:solidFill>
                <a:latin typeface="Arial"/>
                <a:ea typeface="Arial"/>
                <a:cs typeface="Arial"/>
              </a:defRPr>
            </a:defPPr>
            <a:lvl1pPr>
              <a:defRPr sz="2550" b="1">
                <a:solidFill>
                  <a:srgbClr val="146E71"/>
                </a:solidFill>
                <a:latin typeface="Arial"/>
                <a:ea typeface="Arial"/>
                <a:cs typeface="Arial"/>
              </a:defRPr>
            </a:lvl1pPr>
            <a:lvl2pPr>
              <a:defRPr sz="2550" b="1">
                <a:solidFill>
                  <a:srgbClr val="146E71"/>
                </a:solidFill>
                <a:latin typeface="Arial"/>
                <a:ea typeface="Arial"/>
                <a:cs typeface="Arial"/>
              </a:defRPr>
            </a:lvl2pPr>
            <a:lvl3pPr>
              <a:defRPr sz="2550" b="1">
                <a:solidFill>
                  <a:srgbClr val="146E71"/>
                </a:solidFill>
                <a:latin typeface="Arial"/>
                <a:ea typeface="Arial"/>
                <a:cs typeface="Arial"/>
              </a:defRPr>
            </a:lvl3pPr>
            <a:lvl4pPr>
              <a:defRPr sz="2550" b="1">
                <a:solidFill>
                  <a:srgbClr val="146E71"/>
                </a:solidFill>
                <a:latin typeface="Arial"/>
                <a:ea typeface="Arial"/>
                <a:cs typeface="Arial"/>
              </a:defRPr>
            </a:lvl4pPr>
            <a:lvl5pPr>
              <a:defRPr sz="2550" b="1">
                <a:solidFill>
                  <a:srgbClr val="146E71"/>
                </a:solidFill>
                <a:latin typeface="Arial"/>
                <a:ea typeface="Arial"/>
                <a:cs typeface="Arial"/>
              </a:defRPr>
            </a:lvl5pPr>
            <a:lvl6pPr>
              <a:defRPr sz="2550" b="1">
                <a:solidFill>
                  <a:srgbClr val="146E71"/>
                </a:solidFill>
                <a:latin typeface="Arial"/>
                <a:ea typeface="Arial"/>
                <a:cs typeface="Arial"/>
              </a:defRPr>
            </a:lvl6pPr>
            <a:lvl7pPr>
              <a:defRPr sz="2550" b="1">
                <a:solidFill>
                  <a:srgbClr val="146E71"/>
                </a:solidFill>
                <a:latin typeface="Arial"/>
                <a:ea typeface="Arial"/>
                <a:cs typeface="Arial"/>
              </a:defRPr>
            </a:lvl7pPr>
            <a:lvl8pPr>
              <a:defRPr sz="2550" b="1">
                <a:solidFill>
                  <a:srgbClr val="146E71"/>
                </a:solidFill>
                <a:latin typeface="Arial"/>
                <a:ea typeface="Arial"/>
                <a:cs typeface="Arial"/>
              </a:defRPr>
            </a:lvl8pPr>
            <a:lvl9pPr>
              <a:defRPr sz="2550" b="1">
                <a:solidFill>
                  <a:srgbClr val="146E71"/>
                </a:solidFill>
                <a:latin typeface="Arial"/>
                <a:ea typeface="Arial"/>
                <a:cs typeface="Arial"/>
              </a:defRPr>
            </a:lvl9pPr>
          </a:lstStyle>
          <a:p xmlns:a="http://schemas.openxmlformats.org/drawingml/2006/main">
            <a:pPr>
              <a:defRPr sz="2550" b="1">
                <a:solidFill>
                  <a:srgbClr val="146E71"/>
                </a:solidFill>
                <a:latin typeface="Arial"/>
                <a:ea typeface="Arial"/>
                <a:cs typeface="Arial"/>
              </a:defRPr>
            </a:pPr>
            <a:r>
              <a:rPr sz="2550" b="1">
                <a:solidFill>
                  <a:srgbClr val="146E71"/>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11CBB164-CC72-4542-B113-AA1CBFED201F}"/>
              </a:ext>
            </a:extLst>
          </p:cNvPr>
          <p:cNvSpPr>
            <a:spLocks xmlns:a="http://schemas.openxmlformats.org/drawingml/2006/main" noGrp="1"/>
          </p:cNvSpPr>
          <p:nvPr/>
        </p:nvSpPr>
        <p:spPr>
          <a:xfrm xmlns:a="http://schemas.openxmlformats.org/drawingml/2006/main">
            <a:off x="1381125" y="2409825"/>
            <a:ext cx="4048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83744"/>
                </a:solidFill>
                <a:latin typeface="Arial"/>
                <a:ea typeface="Arial"/>
                <a:cs typeface="Arial"/>
              </a:defRPr>
            </a:defPPr>
            <a:lvl1pPr>
              <a:defRPr sz="2250" b="1">
                <a:solidFill>
                  <a:srgbClr val="183744"/>
                </a:solidFill>
                <a:latin typeface="Arial"/>
                <a:ea typeface="Arial"/>
                <a:cs typeface="Arial"/>
              </a:defRPr>
            </a:lvl1pPr>
            <a:lvl2pPr>
              <a:defRPr sz="2250" b="1">
                <a:solidFill>
                  <a:srgbClr val="183744"/>
                </a:solidFill>
                <a:latin typeface="Arial"/>
                <a:ea typeface="Arial"/>
                <a:cs typeface="Arial"/>
              </a:defRPr>
            </a:lvl2pPr>
            <a:lvl3pPr>
              <a:defRPr sz="2250" b="1">
                <a:solidFill>
                  <a:srgbClr val="183744"/>
                </a:solidFill>
                <a:latin typeface="Arial"/>
                <a:ea typeface="Arial"/>
                <a:cs typeface="Arial"/>
              </a:defRPr>
            </a:lvl3pPr>
            <a:lvl4pPr>
              <a:defRPr sz="2250" b="1">
                <a:solidFill>
                  <a:srgbClr val="183744"/>
                </a:solidFill>
                <a:latin typeface="Arial"/>
                <a:ea typeface="Arial"/>
                <a:cs typeface="Arial"/>
              </a:defRPr>
            </a:lvl4pPr>
            <a:lvl5pPr>
              <a:defRPr sz="2250" b="1">
                <a:solidFill>
                  <a:srgbClr val="183744"/>
                </a:solidFill>
                <a:latin typeface="Arial"/>
                <a:ea typeface="Arial"/>
                <a:cs typeface="Arial"/>
              </a:defRPr>
            </a:lvl5pPr>
            <a:lvl6pPr>
              <a:defRPr sz="2250" b="1">
                <a:solidFill>
                  <a:srgbClr val="183744"/>
                </a:solidFill>
                <a:latin typeface="Arial"/>
                <a:ea typeface="Arial"/>
                <a:cs typeface="Arial"/>
              </a:defRPr>
            </a:lvl6pPr>
            <a:lvl7pPr>
              <a:defRPr sz="2250" b="1">
                <a:solidFill>
                  <a:srgbClr val="183744"/>
                </a:solidFill>
                <a:latin typeface="Arial"/>
                <a:ea typeface="Arial"/>
                <a:cs typeface="Arial"/>
              </a:defRPr>
            </a:lvl7pPr>
            <a:lvl8pPr>
              <a:defRPr sz="2250" b="1">
                <a:solidFill>
                  <a:srgbClr val="183744"/>
                </a:solidFill>
                <a:latin typeface="Arial"/>
                <a:ea typeface="Arial"/>
                <a:cs typeface="Arial"/>
              </a:defRPr>
            </a:lvl8pPr>
            <a:lvl9pPr>
              <a:defRPr sz="2250" b="1">
                <a:solidFill>
                  <a:srgbClr val="183744"/>
                </a:solidFill>
                <a:latin typeface="Arial"/>
                <a:ea typeface="Arial"/>
                <a:cs typeface="Arial"/>
              </a:defRPr>
            </a:lvl9pPr>
          </a:lstStyle>
          <a:p xmlns:a="http://schemas.openxmlformats.org/drawingml/2006/main">
            <a:pPr>
              <a:defRPr sz="2250" b="1">
                <a:solidFill>
                  <a:srgbClr val="183744"/>
                </a:solidFill>
                <a:latin typeface="Arial"/>
                <a:ea typeface="Arial"/>
                <a:cs typeface="Arial"/>
              </a:defRPr>
            </a:pPr>
            <a:r>
              <a:rPr sz="2250" b="1">
                <a:solidFill>
                  <a:srgbClr val="183744"/>
                </a:solidFill>
                <a:latin typeface="Arial"/>
                <a:ea typeface="Arial"/>
                <a:cs typeface="Arial"/>
              </a:rPr>
              <a:t>Planner and Critic</a:t>
            </a:r>
          </a:p>
        </p:txBody>
      </p:sp>
      <p:sp>
        <p:nvSpPr>
          <p:cNvPr id="9" name="">
            <a:extLst xmlns:a="http://schemas.openxmlformats.org/drawingml/2006/main">
              <a:ext uri="{FF2B5EF4-FFF2-40B4-BE49-F238E27FC236}">
                <a16:creationId xmlns:a16="http://schemas.microsoft.com/office/drawing/2014/main" id="{FBB1E505-2354-4853-8D80-01944F88AFAC}"/>
              </a:ext>
            </a:extLst>
          </p:cNvPr>
          <p:cNvSpPr>
            <a:spLocks xmlns:a="http://schemas.openxmlformats.org/drawingml/2006/main" noGrp="1"/>
          </p:cNvSpPr>
          <p:nvPr/>
        </p:nvSpPr>
        <p:spPr>
          <a:xfrm xmlns:a="http://schemas.openxmlformats.org/drawingml/2006/main">
            <a:off x="5810250" y="2409825"/>
            <a:ext cx="5715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83744"/>
                </a:solidFill>
                <a:latin typeface="Arial"/>
                <a:ea typeface="Arial"/>
                <a:cs typeface="Arial"/>
              </a:defRPr>
            </a:defPPr>
            <a:lvl1pPr>
              <a:defRPr sz="1950" b="0">
                <a:solidFill>
                  <a:srgbClr val="183744"/>
                </a:solidFill>
                <a:latin typeface="Arial"/>
                <a:ea typeface="Arial"/>
                <a:cs typeface="Arial"/>
              </a:defRPr>
            </a:lvl1pPr>
            <a:lvl2pPr>
              <a:defRPr sz="1950" b="0">
                <a:solidFill>
                  <a:srgbClr val="183744"/>
                </a:solidFill>
                <a:latin typeface="Arial"/>
                <a:ea typeface="Arial"/>
                <a:cs typeface="Arial"/>
              </a:defRPr>
            </a:lvl2pPr>
            <a:lvl3pPr>
              <a:defRPr sz="1950" b="0">
                <a:solidFill>
                  <a:srgbClr val="183744"/>
                </a:solidFill>
                <a:latin typeface="Arial"/>
                <a:ea typeface="Arial"/>
                <a:cs typeface="Arial"/>
              </a:defRPr>
            </a:lvl3pPr>
            <a:lvl4pPr>
              <a:defRPr sz="1950" b="0">
                <a:solidFill>
                  <a:srgbClr val="183744"/>
                </a:solidFill>
                <a:latin typeface="Arial"/>
                <a:ea typeface="Arial"/>
                <a:cs typeface="Arial"/>
              </a:defRPr>
            </a:lvl4pPr>
            <a:lvl5pPr>
              <a:defRPr sz="1950" b="0">
                <a:solidFill>
                  <a:srgbClr val="183744"/>
                </a:solidFill>
                <a:latin typeface="Arial"/>
                <a:ea typeface="Arial"/>
                <a:cs typeface="Arial"/>
              </a:defRPr>
            </a:lvl5pPr>
            <a:lvl6pPr>
              <a:defRPr sz="1950" b="0">
                <a:solidFill>
                  <a:srgbClr val="183744"/>
                </a:solidFill>
                <a:latin typeface="Arial"/>
                <a:ea typeface="Arial"/>
                <a:cs typeface="Arial"/>
              </a:defRPr>
            </a:lvl6pPr>
            <a:lvl7pPr>
              <a:defRPr sz="1950" b="0">
                <a:solidFill>
                  <a:srgbClr val="183744"/>
                </a:solidFill>
                <a:latin typeface="Arial"/>
                <a:ea typeface="Arial"/>
                <a:cs typeface="Arial"/>
              </a:defRPr>
            </a:lvl7pPr>
            <a:lvl8pPr>
              <a:defRPr sz="1950" b="0">
                <a:solidFill>
                  <a:srgbClr val="183744"/>
                </a:solidFill>
                <a:latin typeface="Arial"/>
                <a:ea typeface="Arial"/>
                <a:cs typeface="Arial"/>
              </a:defRPr>
            </a:lvl8pPr>
            <a:lvl9pPr>
              <a:defRPr sz="1950" b="0">
                <a:solidFill>
                  <a:srgbClr val="183744"/>
                </a:solidFill>
                <a:latin typeface="Arial"/>
                <a:ea typeface="Arial"/>
                <a:cs typeface="Arial"/>
              </a:defRPr>
            </a:lvl9pPr>
          </a:lstStyle>
          <a:p xmlns:a="http://schemas.openxmlformats.org/drawingml/2006/main">
            <a:pPr>
              <a:defRPr sz="1950" b="0">
                <a:solidFill>
                  <a:srgbClr val="183744"/>
                </a:solidFill>
                <a:latin typeface="Arial"/>
                <a:ea typeface="Arial"/>
                <a:cs typeface="Arial"/>
              </a:defRPr>
            </a:pPr>
            <a:r>
              <a:rPr sz="1950" b="0">
                <a:solidFill>
                  <a:srgbClr val="183744"/>
                </a:solidFill>
                <a:latin typeface="Arial"/>
                <a:ea typeface="Arial"/>
                <a:cs typeface="Arial"/>
              </a:rPr>
              <a:t>Bounded read tools, separate semantic review</a:t>
            </a:r>
          </a:p>
        </p:txBody>
      </p:sp>
      <p:sp>
        <p:nvSpPr>
          <p:cNvPr id="10" name="">
            <a:extLst xmlns:a="http://schemas.openxmlformats.org/drawingml/2006/main">
              <a:ext uri="{FF2B5EF4-FFF2-40B4-BE49-F238E27FC236}">
                <a16:creationId xmlns:a16="http://schemas.microsoft.com/office/drawing/2014/main" id="{C5A0EBD7-B3B3-48F4-908D-F9521126D3AB}"/>
              </a:ext>
            </a:extLst>
          </p:cNvPr>
          <p:cNvSpPr>
            <a:spLocks xmlns:a="http://schemas.openxmlformats.org/drawingml/2006/main" noGrp="1"/>
          </p:cNvSpPr>
          <p:nvPr/>
        </p:nvSpPr>
        <p:spPr>
          <a:xfrm xmlns:a="http://schemas.openxmlformats.org/drawingml/2006/main">
            <a:off x="609600" y="324802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146E71"/>
                </a:solidFill>
                <a:latin typeface="Arial"/>
                <a:ea typeface="Arial"/>
                <a:cs typeface="Arial"/>
              </a:defRPr>
            </a:defPPr>
            <a:lvl1pPr>
              <a:defRPr sz="2550" b="1">
                <a:solidFill>
                  <a:srgbClr val="146E71"/>
                </a:solidFill>
                <a:latin typeface="Arial"/>
                <a:ea typeface="Arial"/>
                <a:cs typeface="Arial"/>
              </a:defRPr>
            </a:lvl1pPr>
            <a:lvl2pPr>
              <a:defRPr sz="2550" b="1">
                <a:solidFill>
                  <a:srgbClr val="146E71"/>
                </a:solidFill>
                <a:latin typeface="Arial"/>
                <a:ea typeface="Arial"/>
                <a:cs typeface="Arial"/>
              </a:defRPr>
            </a:lvl2pPr>
            <a:lvl3pPr>
              <a:defRPr sz="2550" b="1">
                <a:solidFill>
                  <a:srgbClr val="146E71"/>
                </a:solidFill>
                <a:latin typeface="Arial"/>
                <a:ea typeface="Arial"/>
                <a:cs typeface="Arial"/>
              </a:defRPr>
            </a:lvl3pPr>
            <a:lvl4pPr>
              <a:defRPr sz="2550" b="1">
                <a:solidFill>
                  <a:srgbClr val="146E71"/>
                </a:solidFill>
                <a:latin typeface="Arial"/>
                <a:ea typeface="Arial"/>
                <a:cs typeface="Arial"/>
              </a:defRPr>
            </a:lvl4pPr>
            <a:lvl5pPr>
              <a:defRPr sz="2550" b="1">
                <a:solidFill>
                  <a:srgbClr val="146E71"/>
                </a:solidFill>
                <a:latin typeface="Arial"/>
                <a:ea typeface="Arial"/>
                <a:cs typeface="Arial"/>
              </a:defRPr>
            </a:lvl5pPr>
            <a:lvl6pPr>
              <a:defRPr sz="2550" b="1">
                <a:solidFill>
                  <a:srgbClr val="146E71"/>
                </a:solidFill>
                <a:latin typeface="Arial"/>
                <a:ea typeface="Arial"/>
                <a:cs typeface="Arial"/>
              </a:defRPr>
            </a:lvl6pPr>
            <a:lvl7pPr>
              <a:defRPr sz="2550" b="1">
                <a:solidFill>
                  <a:srgbClr val="146E71"/>
                </a:solidFill>
                <a:latin typeface="Arial"/>
                <a:ea typeface="Arial"/>
                <a:cs typeface="Arial"/>
              </a:defRPr>
            </a:lvl7pPr>
            <a:lvl8pPr>
              <a:defRPr sz="2550" b="1">
                <a:solidFill>
                  <a:srgbClr val="146E71"/>
                </a:solidFill>
                <a:latin typeface="Arial"/>
                <a:ea typeface="Arial"/>
                <a:cs typeface="Arial"/>
              </a:defRPr>
            </a:lvl8pPr>
            <a:lvl9pPr>
              <a:defRPr sz="2550" b="1">
                <a:solidFill>
                  <a:srgbClr val="146E71"/>
                </a:solidFill>
                <a:latin typeface="Arial"/>
                <a:ea typeface="Arial"/>
                <a:cs typeface="Arial"/>
              </a:defRPr>
            </a:lvl9pPr>
          </a:lstStyle>
          <a:p xmlns:a="http://schemas.openxmlformats.org/drawingml/2006/main">
            <a:pPr>
              <a:defRPr sz="2550" b="1">
                <a:solidFill>
                  <a:srgbClr val="146E71"/>
                </a:solidFill>
                <a:latin typeface="Arial"/>
                <a:ea typeface="Arial"/>
                <a:cs typeface="Arial"/>
              </a:defRPr>
            </a:pPr>
            <a:r>
              <a:rPr sz="2550" b="1">
                <a:solidFill>
                  <a:srgbClr val="146E71"/>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2D8E8379-9EC6-4BA7-A5BF-F26F5DE38C82}"/>
              </a:ext>
            </a:extLst>
          </p:cNvPr>
          <p:cNvSpPr>
            <a:spLocks xmlns:a="http://schemas.openxmlformats.org/drawingml/2006/main" noGrp="1"/>
          </p:cNvSpPr>
          <p:nvPr/>
        </p:nvSpPr>
        <p:spPr>
          <a:xfrm xmlns:a="http://schemas.openxmlformats.org/drawingml/2006/main">
            <a:off x="1381125" y="3248025"/>
            <a:ext cx="4048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83744"/>
                </a:solidFill>
                <a:latin typeface="Arial"/>
                <a:ea typeface="Arial"/>
                <a:cs typeface="Arial"/>
              </a:defRPr>
            </a:defPPr>
            <a:lvl1pPr>
              <a:defRPr sz="2250" b="1">
                <a:solidFill>
                  <a:srgbClr val="183744"/>
                </a:solidFill>
                <a:latin typeface="Arial"/>
                <a:ea typeface="Arial"/>
                <a:cs typeface="Arial"/>
              </a:defRPr>
            </a:lvl1pPr>
            <a:lvl2pPr>
              <a:defRPr sz="2250" b="1">
                <a:solidFill>
                  <a:srgbClr val="183744"/>
                </a:solidFill>
                <a:latin typeface="Arial"/>
                <a:ea typeface="Arial"/>
                <a:cs typeface="Arial"/>
              </a:defRPr>
            </a:lvl2pPr>
            <a:lvl3pPr>
              <a:defRPr sz="2250" b="1">
                <a:solidFill>
                  <a:srgbClr val="183744"/>
                </a:solidFill>
                <a:latin typeface="Arial"/>
                <a:ea typeface="Arial"/>
                <a:cs typeface="Arial"/>
              </a:defRPr>
            </a:lvl3pPr>
            <a:lvl4pPr>
              <a:defRPr sz="2250" b="1">
                <a:solidFill>
                  <a:srgbClr val="183744"/>
                </a:solidFill>
                <a:latin typeface="Arial"/>
                <a:ea typeface="Arial"/>
                <a:cs typeface="Arial"/>
              </a:defRPr>
            </a:lvl4pPr>
            <a:lvl5pPr>
              <a:defRPr sz="2250" b="1">
                <a:solidFill>
                  <a:srgbClr val="183744"/>
                </a:solidFill>
                <a:latin typeface="Arial"/>
                <a:ea typeface="Arial"/>
                <a:cs typeface="Arial"/>
              </a:defRPr>
            </a:lvl5pPr>
            <a:lvl6pPr>
              <a:defRPr sz="2250" b="1">
                <a:solidFill>
                  <a:srgbClr val="183744"/>
                </a:solidFill>
                <a:latin typeface="Arial"/>
                <a:ea typeface="Arial"/>
                <a:cs typeface="Arial"/>
              </a:defRPr>
            </a:lvl6pPr>
            <a:lvl7pPr>
              <a:defRPr sz="2250" b="1">
                <a:solidFill>
                  <a:srgbClr val="183744"/>
                </a:solidFill>
                <a:latin typeface="Arial"/>
                <a:ea typeface="Arial"/>
                <a:cs typeface="Arial"/>
              </a:defRPr>
            </a:lvl7pPr>
            <a:lvl8pPr>
              <a:defRPr sz="2250" b="1">
                <a:solidFill>
                  <a:srgbClr val="183744"/>
                </a:solidFill>
                <a:latin typeface="Arial"/>
                <a:ea typeface="Arial"/>
                <a:cs typeface="Arial"/>
              </a:defRPr>
            </a:lvl8pPr>
            <a:lvl9pPr>
              <a:defRPr sz="2250" b="1">
                <a:solidFill>
                  <a:srgbClr val="183744"/>
                </a:solidFill>
                <a:latin typeface="Arial"/>
                <a:ea typeface="Arial"/>
                <a:cs typeface="Arial"/>
              </a:defRPr>
            </a:lvl9pPr>
          </a:lstStyle>
          <a:p xmlns:a="http://schemas.openxmlformats.org/drawingml/2006/main">
            <a:pPr>
              <a:defRPr sz="2250" b="1">
                <a:solidFill>
                  <a:srgbClr val="183744"/>
                </a:solidFill>
                <a:latin typeface="Arial"/>
                <a:ea typeface="Arial"/>
                <a:cs typeface="Arial"/>
              </a:defRPr>
            </a:pPr>
            <a:r>
              <a:rPr sz="2250" b="1">
                <a:solidFill>
                  <a:srgbClr val="183744"/>
                </a:solidFill>
                <a:latin typeface="Arial"/>
                <a:ea typeface="Arial"/>
                <a:cs typeface="Arial"/>
              </a:rPr>
              <a:t>Deterministic validation</a:t>
            </a:r>
          </a:p>
        </p:txBody>
      </p:sp>
      <p:sp>
        <p:nvSpPr>
          <p:cNvPr id="12" name="">
            <a:extLst xmlns:a="http://schemas.openxmlformats.org/drawingml/2006/main">
              <a:ext uri="{FF2B5EF4-FFF2-40B4-BE49-F238E27FC236}">
                <a16:creationId xmlns:a16="http://schemas.microsoft.com/office/drawing/2014/main" id="{9222923B-1537-4AAF-B4E4-6ADE309099A7}"/>
              </a:ext>
            </a:extLst>
          </p:cNvPr>
          <p:cNvSpPr>
            <a:spLocks xmlns:a="http://schemas.openxmlformats.org/drawingml/2006/main" noGrp="1"/>
          </p:cNvSpPr>
          <p:nvPr/>
        </p:nvSpPr>
        <p:spPr>
          <a:xfrm xmlns:a="http://schemas.openxmlformats.org/drawingml/2006/main">
            <a:off x="5810250" y="3248025"/>
            <a:ext cx="5715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83744"/>
                </a:solidFill>
                <a:latin typeface="Arial"/>
                <a:ea typeface="Arial"/>
                <a:cs typeface="Arial"/>
              </a:defRPr>
            </a:defPPr>
            <a:lvl1pPr>
              <a:defRPr sz="1950" b="0">
                <a:solidFill>
                  <a:srgbClr val="183744"/>
                </a:solidFill>
                <a:latin typeface="Arial"/>
                <a:ea typeface="Arial"/>
                <a:cs typeface="Arial"/>
              </a:defRPr>
            </a:lvl1pPr>
            <a:lvl2pPr>
              <a:defRPr sz="1950" b="0">
                <a:solidFill>
                  <a:srgbClr val="183744"/>
                </a:solidFill>
                <a:latin typeface="Arial"/>
                <a:ea typeface="Arial"/>
                <a:cs typeface="Arial"/>
              </a:defRPr>
            </a:lvl2pPr>
            <a:lvl3pPr>
              <a:defRPr sz="1950" b="0">
                <a:solidFill>
                  <a:srgbClr val="183744"/>
                </a:solidFill>
                <a:latin typeface="Arial"/>
                <a:ea typeface="Arial"/>
                <a:cs typeface="Arial"/>
              </a:defRPr>
            </a:lvl3pPr>
            <a:lvl4pPr>
              <a:defRPr sz="1950" b="0">
                <a:solidFill>
                  <a:srgbClr val="183744"/>
                </a:solidFill>
                <a:latin typeface="Arial"/>
                <a:ea typeface="Arial"/>
                <a:cs typeface="Arial"/>
              </a:defRPr>
            </a:lvl4pPr>
            <a:lvl5pPr>
              <a:defRPr sz="1950" b="0">
                <a:solidFill>
                  <a:srgbClr val="183744"/>
                </a:solidFill>
                <a:latin typeface="Arial"/>
                <a:ea typeface="Arial"/>
                <a:cs typeface="Arial"/>
              </a:defRPr>
            </a:lvl5pPr>
            <a:lvl6pPr>
              <a:defRPr sz="1950" b="0">
                <a:solidFill>
                  <a:srgbClr val="183744"/>
                </a:solidFill>
                <a:latin typeface="Arial"/>
                <a:ea typeface="Arial"/>
                <a:cs typeface="Arial"/>
              </a:defRPr>
            </a:lvl6pPr>
            <a:lvl7pPr>
              <a:defRPr sz="1950" b="0">
                <a:solidFill>
                  <a:srgbClr val="183744"/>
                </a:solidFill>
                <a:latin typeface="Arial"/>
                <a:ea typeface="Arial"/>
                <a:cs typeface="Arial"/>
              </a:defRPr>
            </a:lvl7pPr>
            <a:lvl8pPr>
              <a:defRPr sz="1950" b="0">
                <a:solidFill>
                  <a:srgbClr val="183744"/>
                </a:solidFill>
                <a:latin typeface="Arial"/>
                <a:ea typeface="Arial"/>
                <a:cs typeface="Arial"/>
              </a:defRPr>
            </a:lvl8pPr>
            <a:lvl9pPr>
              <a:defRPr sz="1950" b="0">
                <a:solidFill>
                  <a:srgbClr val="183744"/>
                </a:solidFill>
                <a:latin typeface="Arial"/>
                <a:ea typeface="Arial"/>
                <a:cs typeface="Arial"/>
              </a:defRPr>
            </a:lvl9pPr>
          </a:lstStyle>
          <a:p xmlns:a="http://schemas.openxmlformats.org/drawingml/2006/main">
            <a:pPr>
              <a:defRPr sz="1950" b="0">
                <a:solidFill>
                  <a:srgbClr val="183744"/>
                </a:solidFill>
                <a:latin typeface="Arial"/>
                <a:ea typeface="Arial"/>
                <a:cs typeface="Arial"/>
              </a:defRPr>
            </a:pPr>
            <a:r>
              <a:rPr sz="1950" b="0">
                <a:solidFill>
                  <a:srgbClr val="183744"/>
                </a:solidFill>
                <a:latin typeface="Arial"/>
                <a:ea typeface="Arial"/>
                <a:cs typeface="Arial"/>
              </a:rPr>
              <a:t>Money, route, evidence and hard constraints</a:t>
            </a:r>
          </a:p>
        </p:txBody>
      </p:sp>
      <p:sp>
        <p:nvSpPr>
          <p:cNvPr id="13" name="">
            <a:extLst xmlns:a="http://schemas.openxmlformats.org/drawingml/2006/main">
              <a:ext uri="{FF2B5EF4-FFF2-40B4-BE49-F238E27FC236}">
                <a16:creationId xmlns:a16="http://schemas.microsoft.com/office/drawing/2014/main" id="{38C57C41-2D2A-4BA6-8711-E760D2AAAE5C}"/>
              </a:ext>
            </a:extLst>
          </p:cNvPr>
          <p:cNvSpPr>
            <a:spLocks xmlns:a="http://schemas.openxmlformats.org/drawingml/2006/main" noGrp="1"/>
          </p:cNvSpPr>
          <p:nvPr/>
        </p:nvSpPr>
        <p:spPr>
          <a:xfrm xmlns:a="http://schemas.openxmlformats.org/drawingml/2006/main">
            <a:off x="609600" y="408622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146E71"/>
                </a:solidFill>
                <a:latin typeface="Arial"/>
                <a:ea typeface="Arial"/>
                <a:cs typeface="Arial"/>
              </a:defRPr>
            </a:defPPr>
            <a:lvl1pPr>
              <a:defRPr sz="2550" b="1">
                <a:solidFill>
                  <a:srgbClr val="146E71"/>
                </a:solidFill>
                <a:latin typeface="Arial"/>
                <a:ea typeface="Arial"/>
                <a:cs typeface="Arial"/>
              </a:defRPr>
            </a:lvl1pPr>
            <a:lvl2pPr>
              <a:defRPr sz="2550" b="1">
                <a:solidFill>
                  <a:srgbClr val="146E71"/>
                </a:solidFill>
                <a:latin typeface="Arial"/>
                <a:ea typeface="Arial"/>
                <a:cs typeface="Arial"/>
              </a:defRPr>
            </a:lvl2pPr>
            <a:lvl3pPr>
              <a:defRPr sz="2550" b="1">
                <a:solidFill>
                  <a:srgbClr val="146E71"/>
                </a:solidFill>
                <a:latin typeface="Arial"/>
                <a:ea typeface="Arial"/>
                <a:cs typeface="Arial"/>
              </a:defRPr>
            </a:lvl3pPr>
            <a:lvl4pPr>
              <a:defRPr sz="2550" b="1">
                <a:solidFill>
                  <a:srgbClr val="146E71"/>
                </a:solidFill>
                <a:latin typeface="Arial"/>
                <a:ea typeface="Arial"/>
                <a:cs typeface="Arial"/>
              </a:defRPr>
            </a:lvl4pPr>
            <a:lvl5pPr>
              <a:defRPr sz="2550" b="1">
                <a:solidFill>
                  <a:srgbClr val="146E71"/>
                </a:solidFill>
                <a:latin typeface="Arial"/>
                <a:ea typeface="Arial"/>
                <a:cs typeface="Arial"/>
              </a:defRPr>
            </a:lvl5pPr>
            <a:lvl6pPr>
              <a:defRPr sz="2550" b="1">
                <a:solidFill>
                  <a:srgbClr val="146E71"/>
                </a:solidFill>
                <a:latin typeface="Arial"/>
                <a:ea typeface="Arial"/>
                <a:cs typeface="Arial"/>
              </a:defRPr>
            </a:lvl6pPr>
            <a:lvl7pPr>
              <a:defRPr sz="2550" b="1">
                <a:solidFill>
                  <a:srgbClr val="146E71"/>
                </a:solidFill>
                <a:latin typeface="Arial"/>
                <a:ea typeface="Arial"/>
                <a:cs typeface="Arial"/>
              </a:defRPr>
            </a:lvl7pPr>
            <a:lvl8pPr>
              <a:defRPr sz="2550" b="1">
                <a:solidFill>
                  <a:srgbClr val="146E71"/>
                </a:solidFill>
                <a:latin typeface="Arial"/>
                <a:ea typeface="Arial"/>
                <a:cs typeface="Arial"/>
              </a:defRPr>
            </a:lvl8pPr>
            <a:lvl9pPr>
              <a:defRPr sz="2550" b="1">
                <a:solidFill>
                  <a:srgbClr val="146E71"/>
                </a:solidFill>
                <a:latin typeface="Arial"/>
                <a:ea typeface="Arial"/>
                <a:cs typeface="Arial"/>
              </a:defRPr>
            </a:lvl9pPr>
          </a:lstStyle>
          <a:p xmlns:a="http://schemas.openxmlformats.org/drawingml/2006/main">
            <a:pPr>
              <a:defRPr sz="2550" b="1">
                <a:solidFill>
                  <a:srgbClr val="146E71"/>
                </a:solidFill>
                <a:latin typeface="Arial"/>
                <a:ea typeface="Arial"/>
                <a:cs typeface="Arial"/>
              </a:defRPr>
            </a:pPr>
            <a:r>
              <a:rPr sz="2550" b="1">
                <a:solidFill>
                  <a:srgbClr val="146E71"/>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1AD65775-6CF2-4C66-89B5-EA1CC253905A}"/>
              </a:ext>
            </a:extLst>
          </p:cNvPr>
          <p:cNvSpPr>
            <a:spLocks xmlns:a="http://schemas.openxmlformats.org/drawingml/2006/main" noGrp="1"/>
          </p:cNvSpPr>
          <p:nvPr/>
        </p:nvSpPr>
        <p:spPr>
          <a:xfrm xmlns:a="http://schemas.openxmlformats.org/drawingml/2006/main">
            <a:off x="1381125" y="4086225"/>
            <a:ext cx="4048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83744"/>
                </a:solidFill>
                <a:latin typeface="Arial"/>
                <a:ea typeface="Arial"/>
                <a:cs typeface="Arial"/>
              </a:defRPr>
            </a:defPPr>
            <a:lvl1pPr>
              <a:defRPr sz="2250" b="1">
                <a:solidFill>
                  <a:srgbClr val="183744"/>
                </a:solidFill>
                <a:latin typeface="Arial"/>
                <a:ea typeface="Arial"/>
                <a:cs typeface="Arial"/>
              </a:defRPr>
            </a:lvl1pPr>
            <a:lvl2pPr>
              <a:defRPr sz="2250" b="1">
                <a:solidFill>
                  <a:srgbClr val="183744"/>
                </a:solidFill>
                <a:latin typeface="Arial"/>
                <a:ea typeface="Arial"/>
                <a:cs typeface="Arial"/>
              </a:defRPr>
            </a:lvl2pPr>
            <a:lvl3pPr>
              <a:defRPr sz="2250" b="1">
                <a:solidFill>
                  <a:srgbClr val="183744"/>
                </a:solidFill>
                <a:latin typeface="Arial"/>
                <a:ea typeface="Arial"/>
                <a:cs typeface="Arial"/>
              </a:defRPr>
            </a:lvl3pPr>
            <a:lvl4pPr>
              <a:defRPr sz="2250" b="1">
                <a:solidFill>
                  <a:srgbClr val="183744"/>
                </a:solidFill>
                <a:latin typeface="Arial"/>
                <a:ea typeface="Arial"/>
                <a:cs typeface="Arial"/>
              </a:defRPr>
            </a:lvl4pPr>
            <a:lvl5pPr>
              <a:defRPr sz="2250" b="1">
                <a:solidFill>
                  <a:srgbClr val="183744"/>
                </a:solidFill>
                <a:latin typeface="Arial"/>
                <a:ea typeface="Arial"/>
                <a:cs typeface="Arial"/>
              </a:defRPr>
            </a:lvl5pPr>
            <a:lvl6pPr>
              <a:defRPr sz="2250" b="1">
                <a:solidFill>
                  <a:srgbClr val="183744"/>
                </a:solidFill>
                <a:latin typeface="Arial"/>
                <a:ea typeface="Arial"/>
                <a:cs typeface="Arial"/>
              </a:defRPr>
            </a:lvl6pPr>
            <a:lvl7pPr>
              <a:defRPr sz="2250" b="1">
                <a:solidFill>
                  <a:srgbClr val="183744"/>
                </a:solidFill>
                <a:latin typeface="Arial"/>
                <a:ea typeface="Arial"/>
                <a:cs typeface="Arial"/>
              </a:defRPr>
            </a:lvl7pPr>
            <a:lvl8pPr>
              <a:defRPr sz="2250" b="1">
                <a:solidFill>
                  <a:srgbClr val="183744"/>
                </a:solidFill>
                <a:latin typeface="Arial"/>
                <a:ea typeface="Arial"/>
                <a:cs typeface="Arial"/>
              </a:defRPr>
            </a:lvl8pPr>
            <a:lvl9pPr>
              <a:defRPr sz="2250" b="1">
                <a:solidFill>
                  <a:srgbClr val="183744"/>
                </a:solidFill>
                <a:latin typeface="Arial"/>
                <a:ea typeface="Arial"/>
                <a:cs typeface="Arial"/>
              </a:defRPr>
            </a:lvl9pPr>
          </a:lstStyle>
          <a:p xmlns:a="http://schemas.openxmlformats.org/drawingml/2006/main">
            <a:pPr>
              <a:defRPr sz="2250" b="1">
                <a:solidFill>
                  <a:srgbClr val="183744"/>
                </a:solidFill>
                <a:latin typeface="Arial"/>
                <a:ea typeface="Arial"/>
                <a:cs typeface="Arial"/>
              </a:defRPr>
            </a:pPr>
            <a:r>
              <a:rPr sz="2250" b="1">
                <a:solidFill>
                  <a:srgbClr val="183744"/>
                </a:solidFill>
                <a:latin typeface="Arial"/>
                <a:ea typeface="Arial"/>
                <a:cs typeface="Arial"/>
              </a:rPr>
              <a:t>Explicit approval</a:t>
            </a:r>
          </a:p>
        </p:txBody>
      </p:sp>
      <p:sp>
        <p:nvSpPr>
          <p:cNvPr id="15" name="">
            <a:extLst xmlns:a="http://schemas.openxmlformats.org/drawingml/2006/main">
              <a:ext uri="{FF2B5EF4-FFF2-40B4-BE49-F238E27FC236}">
                <a16:creationId xmlns:a16="http://schemas.microsoft.com/office/drawing/2014/main" id="{4D5C83CE-1836-4B02-A828-722672F1F7CD}"/>
              </a:ext>
            </a:extLst>
          </p:cNvPr>
          <p:cNvSpPr>
            <a:spLocks xmlns:a="http://schemas.openxmlformats.org/drawingml/2006/main" noGrp="1"/>
          </p:cNvSpPr>
          <p:nvPr/>
        </p:nvSpPr>
        <p:spPr>
          <a:xfrm xmlns:a="http://schemas.openxmlformats.org/drawingml/2006/main">
            <a:off x="5810250" y="4086225"/>
            <a:ext cx="5715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83744"/>
                </a:solidFill>
                <a:latin typeface="Arial"/>
                <a:ea typeface="Arial"/>
                <a:cs typeface="Arial"/>
              </a:defRPr>
            </a:defPPr>
            <a:lvl1pPr>
              <a:defRPr sz="1950" b="0">
                <a:solidFill>
                  <a:srgbClr val="183744"/>
                </a:solidFill>
                <a:latin typeface="Arial"/>
                <a:ea typeface="Arial"/>
                <a:cs typeface="Arial"/>
              </a:defRPr>
            </a:lvl1pPr>
            <a:lvl2pPr>
              <a:defRPr sz="1950" b="0">
                <a:solidFill>
                  <a:srgbClr val="183744"/>
                </a:solidFill>
                <a:latin typeface="Arial"/>
                <a:ea typeface="Arial"/>
                <a:cs typeface="Arial"/>
              </a:defRPr>
            </a:lvl2pPr>
            <a:lvl3pPr>
              <a:defRPr sz="1950" b="0">
                <a:solidFill>
                  <a:srgbClr val="183744"/>
                </a:solidFill>
                <a:latin typeface="Arial"/>
                <a:ea typeface="Arial"/>
                <a:cs typeface="Arial"/>
              </a:defRPr>
            </a:lvl3pPr>
            <a:lvl4pPr>
              <a:defRPr sz="1950" b="0">
                <a:solidFill>
                  <a:srgbClr val="183744"/>
                </a:solidFill>
                <a:latin typeface="Arial"/>
                <a:ea typeface="Arial"/>
                <a:cs typeface="Arial"/>
              </a:defRPr>
            </a:lvl4pPr>
            <a:lvl5pPr>
              <a:defRPr sz="1950" b="0">
                <a:solidFill>
                  <a:srgbClr val="183744"/>
                </a:solidFill>
                <a:latin typeface="Arial"/>
                <a:ea typeface="Arial"/>
                <a:cs typeface="Arial"/>
              </a:defRPr>
            </a:lvl5pPr>
            <a:lvl6pPr>
              <a:defRPr sz="1950" b="0">
                <a:solidFill>
                  <a:srgbClr val="183744"/>
                </a:solidFill>
                <a:latin typeface="Arial"/>
                <a:ea typeface="Arial"/>
                <a:cs typeface="Arial"/>
              </a:defRPr>
            </a:lvl6pPr>
            <a:lvl7pPr>
              <a:defRPr sz="1950" b="0">
                <a:solidFill>
                  <a:srgbClr val="183744"/>
                </a:solidFill>
                <a:latin typeface="Arial"/>
                <a:ea typeface="Arial"/>
                <a:cs typeface="Arial"/>
              </a:defRPr>
            </a:lvl7pPr>
            <a:lvl8pPr>
              <a:defRPr sz="1950" b="0">
                <a:solidFill>
                  <a:srgbClr val="183744"/>
                </a:solidFill>
                <a:latin typeface="Arial"/>
                <a:ea typeface="Arial"/>
                <a:cs typeface="Arial"/>
              </a:defRPr>
            </a:lvl8pPr>
            <a:lvl9pPr>
              <a:defRPr sz="1950" b="0">
                <a:solidFill>
                  <a:srgbClr val="183744"/>
                </a:solidFill>
                <a:latin typeface="Arial"/>
                <a:ea typeface="Arial"/>
                <a:cs typeface="Arial"/>
              </a:defRPr>
            </a:lvl9pPr>
          </a:lstStyle>
          <a:p xmlns:a="http://schemas.openxmlformats.org/drawingml/2006/main">
            <a:pPr>
              <a:defRPr sz="1950" b="0">
                <a:solidFill>
                  <a:srgbClr val="183744"/>
                </a:solidFill>
                <a:latin typeface="Arial"/>
                <a:ea typeface="Arial"/>
                <a:cs typeface="Arial"/>
              </a:defRPr>
            </a:pPr>
            <a:r>
              <a:rPr sz="1950" b="0">
                <a:solidFill>
                  <a:srgbClr val="183744"/>
                </a:solidFill>
                <a:latin typeface="Arial"/>
                <a:ea typeface="Arial"/>
                <a:cs typeface="Arial"/>
              </a:rPr>
              <a:t>Fresh sources and memory, version and digest</a:t>
            </a:r>
          </a:p>
        </p:txBody>
      </p:sp>
      <p:sp>
        <p:nvSpPr>
          <p:cNvPr id="16" name="">
            <a:extLst xmlns:a="http://schemas.openxmlformats.org/drawingml/2006/main">
              <a:ext uri="{FF2B5EF4-FFF2-40B4-BE49-F238E27FC236}">
                <a16:creationId xmlns:a16="http://schemas.microsoft.com/office/drawing/2014/main" id="{11ECE61D-10DA-4FAF-862D-3E3AC0870849}"/>
              </a:ext>
            </a:extLst>
          </p:cNvPr>
          <p:cNvSpPr>
            <a:spLocks xmlns:a="http://schemas.openxmlformats.org/drawingml/2006/main" noGrp="1"/>
          </p:cNvSpPr>
          <p:nvPr/>
        </p:nvSpPr>
        <p:spPr>
          <a:xfrm xmlns:a="http://schemas.openxmlformats.org/drawingml/2006/main">
            <a:off x="609600" y="492442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146E71"/>
                </a:solidFill>
                <a:latin typeface="Arial"/>
                <a:ea typeface="Arial"/>
                <a:cs typeface="Arial"/>
              </a:defRPr>
            </a:defPPr>
            <a:lvl1pPr>
              <a:defRPr sz="2550" b="1">
                <a:solidFill>
                  <a:srgbClr val="146E71"/>
                </a:solidFill>
                <a:latin typeface="Arial"/>
                <a:ea typeface="Arial"/>
                <a:cs typeface="Arial"/>
              </a:defRPr>
            </a:lvl1pPr>
            <a:lvl2pPr>
              <a:defRPr sz="2550" b="1">
                <a:solidFill>
                  <a:srgbClr val="146E71"/>
                </a:solidFill>
                <a:latin typeface="Arial"/>
                <a:ea typeface="Arial"/>
                <a:cs typeface="Arial"/>
              </a:defRPr>
            </a:lvl2pPr>
            <a:lvl3pPr>
              <a:defRPr sz="2550" b="1">
                <a:solidFill>
                  <a:srgbClr val="146E71"/>
                </a:solidFill>
                <a:latin typeface="Arial"/>
                <a:ea typeface="Arial"/>
                <a:cs typeface="Arial"/>
              </a:defRPr>
            </a:lvl3pPr>
            <a:lvl4pPr>
              <a:defRPr sz="2550" b="1">
                <a:solidFill>
                  <a:srgbClr val="146E71"/>
                </a:solidFill>
                <a:latin typeface="Arial"/>
                <a:ea typeface="Arial"/>
                <a:cs typeface="Arial"/>
              </a:defRPr>
            </a:lvl4pPr>
            <a:lvl5pPr>
              <a:defRPr sz="2550" b="1">
                <a:solidFill>
                  <a:srgbClr val="146E71"/>
                </a:solidFill>
                <a:latin typeface="Arial"/>
                <a:ea typeface="Arial"/>
                <a:cs typeface="Arial"/>
              </a:defRPr>
            </a:lvl5pPr>
            <a:lvl6pPr>
              <a:defRPr sz="2550" b="1">
                <a:solidFill>
                  <a:srgbClr val="146E71"/>
                </a:solidFill>
                <a:latin typeface="Arial"/>
                <a:ea typeface="Arial"/>
                <a:cs typeface="Arial"/>
              </a:defRPr>
            </a:lvl6pPr>
            <a:lvl7pPr>
              <a:defRPr sz="2550" b="1">
                <a:solidFill>
                  <a:srgbClr val="146E71"/>
                </a:solidFill>
                <a:latin typeface="Arial"/>
                <a:ea typeface="Arial"/>
                <a:cs typeface="Arial"/>
              </a:defRPr>
            </a:lvl7pPr>
            <a:lvl8pPr>
              <a:defRPr sz="2550" b="1">
                <a:solidFill>
                  <a:srgbClr val="146E71"/>
                </a:solidFill>
                <a:latin typeface="Arial"/>
                <a:ea typeface="Arial"/>
                <a:cs typeface="Arial"/>
              </a:defRPr>
            </a:lvl8pPr>
            <a:lvl9pPr>
              <a:defRPr sz="2550" b="1">
                <a:solidFill>
                  <a:srgbClr val="146E71"/>
                </a:solidFill>
                <a:latin typeface="Arial"/>
                <a:ea typeface="Arial"/>
                <a:cs typeface="Arial"/>
              </a:defRPr>
            </a:lvl9pPr>
          </a:lstStyle>
          <a:p xmlns:a="http://schemas.openxmlformats.org/drawingml/2006/main">
            <a:pPr>
              <a:defRPr sz="2550" b="1">
                <a:solidFill>
                  <a:srgbClr val="146E71"/>
                </a:solidFill>
                <a:latin typeface="Arial"/>
                <a:ea typeface="Arial"/>
                <a:cs typeface="Arial"/>
              </a:defRPr>
            </a:pPr>
            <a:r>
              <a:rPr sz="2550" b="1">
                <a:solidFill>
                  <a:srgbClr val="146E71"/>
                </a:solidFill>
                <a:latin typeface="Arial"/>
                <a:ea typeface="Arial"/>
                <a:cs typeface="Arial"/>
              </a:rPr>
              <a:t>5</a:t>
            </a:r>
          </a:p>
        </p:txBody>
      </p:sp>
      <p:sp>
        <p:nvSpPr>
          <p:cNvPr id="17" name="">
            <a:extLst xmlns:a="http://schemas.openxmlformats.org/drawingml/2006/main">
              <a:ext uri="{FF2B5EF4-FFF2-40B4-BE49-F238E27FC236}">
                <a16:creationId xmlns:a16="http://schemas.microsoft.com/office/drawing/2014/main" id="{C7485150-243C-4C89-94B5-47F42A3D104F}"/>
              </a:ext>
            </a:extLst>
          </p:cNvPr>
          <p:cNvSpPr>
            <a:spLocks xmlns:a="http://schemas.openxmlformats.org/drawingml/2006/main" noGrp="1"/>
          </p:cNvSpPr>
          <p:nvPr/>
        </p:nvSpPr>
        <p:spPr>
          <a:xfrm xmlns:a="http://schemas.openxmlformats.org/drawingml/2006/main">
            <a:off x="1381125" y="4924425"/>
            <a:ext cx="4048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83744"/>
                </a:solidFill>
                <a:latin typeface="Arial"/>
                <a:ea typeface="Arial"/>
                <a:cs typeface="Arial"/>
              </a:defRPr>
            </a:defPPr>
            <a:lvl1pPr>
              <a:defRPr sz="2250" b="1">
                <a:solidFill>
                  <a:srgbClr val="183744"/>
                </a:solidFill>
                <a:latin typeface="Arial"/>
                <a:ea typeface="Arial"/>
                <a:cs typeface="Arial"/>
              </a:defRPr>
            </a:lvl1pPr>
            <a:lvl2pPr>
              <a:defRPr sz="2250" b="1">
                <a:solidFill>
                  <a:srgbClr val="183744"/>
                </a:solidFill>
                <a:latin typeface="Arial"/>
                <a:ea typeface="Arial"/>
                <a:cs typeface="Arial"/>
              </a:defRPr>
            </a:lvl2pPr>
            <a:lvl3pPr>
              <a:defRPr sz="2250" b="1">
                <a:solidFill>
                  <a:srgbClr val="183744"/>
                </a:solidFill>
                <a:latin typeface="Arial"/>
                <a:ea typeface="Arial"/>
                <a:cs typeface="Arial"/>
              </a:defRPr>
            </a:lvl3pPr>
            <a:lvl4pPr>
              <a:defRPr sz="2250" b="1">
                <a:solidFill>
                  <a:srgbClr val="183744"/>
                </a:solidFill>
                <a:latin typeface="Arial"/>
                <a:ea typeface="Arial"/>
                <a:cs typeface="Arial"/>
              </a:defRPr>
            </a:lvl4pPr>
            <a:lvl5pPr>
              <a:defRPr sz="2250" b="1">
                <a:solidFill>
                  <a:srgbClr val="183744"/>
                </a:solidFill>
                <a:latin typeface="Arial"/>
                <a:ea typeface="Arial"/>
                <a:cs typeface="Arial"/>
              </a:defRPr>
            </a:lvl5pPr>
            <a:lvl6pPr>
              <a:defRPr sz="2250" b="1">
                <a:solidFill>
                  <a:srgbClr val="183744"/>
                </a:solidFill>
                <a:latin typeface="Arial"/>
                <a:ea typeface="Arial"/>
                <a:cs typeface="Arial"/>
              </a:defRPr>
            </a:lvl6pPr>
            <a:lvl7pPr>
              <a:defRPr sz="2250" b="1">
                <a:solidFill>
                  <a:srgbClr val="183744"/>
                </a:solidFill>
                <a:latin typeface="Arial"/>
                <a:ea typeface="Arial"/>
                <a:cs typeface="Arial"/>
              </a:defRPr>
            </a:lvl7pPr>
            <a:lvl8pPr>
              <a:defRPr sz="2250" b="1">
                <a:solidFill>
                  <a:srgbClr val="183744"/>
                </a:solidFill>
                <a:latin typeface="Arial"/>
                <a:ea typeface="Arial"/>
                <a:cs typeface="Arial"/>
              </a:defRPr>
            </a:lvl8pPr>
            <a:lvl9pPr>
              <a:defRPr sz="2250" b="1">
                <a:solidFill>
                  <a:srgbClr val="183744"/>
                </a:solidFill>
                <a:latin typeface="Arial"/>
                <a:ea typeface="Arial"/>
                <a:cs typeface="Arial"/>
              </a:defRPr>
            </a:lvl9pPr>
          </a:lstStyle>
          <a:p xmlns:a="http://schemas.openxmlformats.org/drawingml/2006/main">
            <a:pPr>
              <a:defRPr sz="2250" b="1">
                <a:solidFill>
                  <a:srgbClr val="183744"/>
                </a:solidFill>
                <a:latin typeface="Arial"/>
                <a:ea typeface="Arial"/>
                <a:cs typeface="Arial"/>
              </a:defRPr>
            </a:pPr>
            <a:r>
              <a:rPr sz="2250" b="1">
                <a:solidFill>
                  <a:srgbClr val="183744"/>
                </a:solidFill>
                <a:latin typeface="Arial"/>
                <a:ea typeface="Arial"/>
                <a:cs typeface="Arial"/>
              </a:rPr>
              <a:t>Durable simulator task</a:t>
            </a:r>
          </a:p>
        </p:txBody>
      </p:sp>
      <p:sp>
        <p:nvSpPr>
          <p:cNvPr id="18" name="">
            <a:extLst xmlns:a="http://schemas.openxmlformats.org/drawingml/2006/main">
              <a:ext uri="{FF2B5EF4-FFF2-40B4-BE49-F238E27FC236}">
                <a16:creationId xmlns:a16="http://schemas.microsoft.com/office/drawing/2014/main" id="{C5902ED9-F187-43D8-9DAA-44B8AD9DBE7B}"/>
              </a:ext>
            </a:extLst>
          </p:cNvPr>
          <p:cNvSpPr>
            <a:spLocks xmlns:a="http://schemas.openxmlformats.org/drawingml/2006/main" noGrp="1"/>
          </p:cNvSpPr>
          <p:nvPr/>
        </p:nvSpPr>
        <p:spPr>
          <a:xfrm xmlns:a="http://schemas.openxmlformats.org/drawingml/2006/main">
            <a:off x="5810250" y="4924425"/>
            <a:ext cx="5715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83744"/>
                </a:solidFill>
                <a:latin typeface="Arial"/>
                <a:ea typeface="Arial"/>
                <a:cs typeface="Arial"/>
              </a:defRPr>
            </a:defPPr>
            <a:lvl1pPr>
              <a:defRPr sz="1950" b="0">
                <a:solidFill>
                  <a:srgbClr val="183744"/>
                </a:solidFill>
                <a:latin typeface="Arial"/>
                <a:ea typeface="Arial"/>
                <a:cs typeface="Arial"/>
              </a:defRPr>
            </a:lvl1pPr>
            <a:lvl2pPr>
              <a:defRPr sz="1950" b="0">
                <a:solidFill>
                  <a:srgbClr val="183744"/>
                </a:solidFill>
                <a:latin typeface="Arial"/>
                <a:ea typeface="Arial"/>
                <a:cs typeface="Arial"/>
              </a:defRPr>
            </a:lvl2pPr>
            <a:lvl3pPr>
              <a:defRPr sz="1950" b="0">
                <a:solidFill>
                  <a:srgbClr val="183744"/>
                </a:solidFill>
                <a:latin typeface="Arial"/>
                <a:ea typeface="Arial"/>
                <a:cs typeface="Arial"/>
              </a:defRPr>
            </a:lvl3pPr>
            <a:lvl4pPr>
              <a:defRPr sz="1950" b="0">
                <a:solidFill>
                  <a:srgbClr val="183744"/>
                </a:solidFill>
                <a:latin typeface="Arial"/>
                <a:ea typeface="Arial"/>
                <a:cs typeface="Arial"/>
              </a:defRPr>
            </a:lvl4pPr>
            <a:lvl5pPr>
              <a:defRPr sz="1950" b="0">
                <a:solidFill>
                  <a:srgbClr val="183744"/>
                </a:solidFill>
                <a:latin typeface="Arial"/>
                <a:ea typeface="Arial"/>
                <a:cs typeface="Arial"/>
              </a:defRPr>
            </a:lvl5pPr>
            <a:lvl6pPr>
              <a:defRPr sz="1950" b="0">
                <a:solidFill>
                  <a:srgbClr val="183744"/>
                </a:solidFill>
                <a:latin typeface="Arial"/>
                <a:ea typeface="Arial"/>
                <a:cs typeface="Arial"/>
              </a:defRPr>
            </a:lvl6pPr>
            <a:lvl7pPr>
              <a:defRPr sz="1950" b="0">
                <a:solidFill>
                  <a:srgbClr val="183744"/>
                </a:solidFill>
                <a:latin typeface="Arial"/>
                <a:ea typeface="Arial"/>
                <a:cs typeface="Arial"/>
              </a:defRPr>
            </a:lvl7pPr>
            <a:lvl8pPr>
              <a:defRPr sz="1950" b="0">
                <a:solidFill>
                  <a:srgbClr val="183744"/>
                </a:solidFill>
                <a:latin typeface="Arial"/>
                <a:ea typeface="Arial"/>
                <a:cs typeface="Arial"/>
              </a:defRPr>
            </a:lvl8pPr>
            <a:lvl9pPr>
              <a:defRPr sz="1950" b="0">
                <a:solidFill>
                  <a:srgbClr val="183744"/>
                </a:solidFill>
                <a:latin typeface="Arial"/>
                <a:ea typeface="Arial"/>
                <a:cs typeface="Arial"/>
              </a:defRPr>
            </a:lvl9pPr>
          </a:lstStyle>
          <a:p xmlns:a="http://schemas.openxmlformats.org/drawingml/2006/main">
            <a:pPr>
              <a:defRPr sz="1950" b="0">
                <a:solidFill>
                  <a:srgbClr val="183744"/>
                </a:solidFill>
                <a:latin typeface="Arial"/>
                <a:ea typeface="Arial"/>
                <a:cs typeface="Arial"/>
              </a:defRPr>
            </a:pPr>
            <a:r>
              <a:rPr sz="1950" b="0">
                <a:solidFill>
                  <a:srgbClr val="183744"/>
                </a:solidFill>
                <a:latin typeface="Arial"/>
                <a:ea typeface="Arial"/>
                <a:cs typeface="Arial"/>
              </a:rPr>
              <a:t>Atomic intent, idempotency and outbox</a:t>
            </a:r>
          </a:p>
        </p:txBody>
      </p:sp>
    </p:spTree>
    <p:extLst>
      <p:ext uri="{BB962C8B-B14F-4D97-AF65-F5344CB8AC3E}">
        <p14:creationId xmlns:p14="http://schemas.microsoft.com/office/powerpoint/2010/main" val="708080672"/>
      </p:ext>
    </p:extLst>
  </p:cSld>
</p:sld>
</file>

<file path=ppt/slides/slide5.xml><?xml version="1.0" encoding="utf-8"?>
<p:sld xmlns:p="http://schemas.openxmlformats.org/presentationml/2006/main">
  <p:cSld>
    <p:bg>
      <p:bgPr>
        <a:solidFill xmlns:a="http://schemas.openxmlformats.org/drawingml/2006/main">
          <a:srgbClr val="112E3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5347C0-D8AD-49EA-AD60-EFC5BB911C33}"/>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4F5EE"/>
                </a:solidFill>
                <a:latin typeface="Arial"/>
                <a:ea typeface="Arial"/>
                <a:cs typeface="Arial"/>
              </a:defRPr>
            </a:defPPr>
            <a:lvl1pPr>
              <a:defRPr sz="3300" b="1">
                <a:solidFill>
                  <a:srgbClr val="F4F5EE"/>
                </a:solidFill>
                <a:latin typeface="Arial"/>
                <a:ea typeface="Arial"/>
                <a:cs typeface="Arial"/>
              </a:defRPr>
            </a:lvl1pPr>
            <a:lvl2pPr>
              <a:defRPr sz="3300" b="1">
                <a:solidFill>
                  <a:srgbClr val="F4F5EE"/>
                </a:solidFill>
                <a:latin typeface="Arial"/>
                <a:ea typeface="Arial"/>
                <a:cs typeface="Arial"/>
              </a:defRPr>
            </a:lvl2pPr>
            <a:lvl3pPr>
              <a:defRPr sz="3300" b="1">
                <a:solidFill>
                  <a:srgbClr val="F4F5EE"/>
                </a:solidFill>
                <a:latin typeface="Arial"/>
                <a:ea typeface="Arial"/>
                <a:cs typeface="Arial"/>
              </a:defRPr>
            </a:lvl3pPr>
            <a:lvl4pPr>
              <a:defRPr sz="3300" b="1">
                <a:solidFill>
                  <a:srgbClr val="F4F5EE"/>
                </a:solidFill>
                <a:latin typeface="Arial"/>
                <a:ea typeface="Arial"/>
                <a:cs typeface="Arial"/>
              </a:defRPr>
            </a:lvl4pPr>
            <a:lvl5pPr>
              <a:defRPr sz="3300" b="1">
                <a:solidFill>
                  <a:srgbClr val="F4F5EE"/>
                </a:solidFill>
                <a:latin typeface="Arial"/>
                <a:ea typeface="Arial"/>
                <a:cs typeface="Arial"/>
              </a:defRPr>
            </a:lvl5pPr>
            <a:lvl6pPr>
              <a:defRPr sz="3300" b="1">
                <a:solidFill>
                  <a:srgbClr val="F4F5EE"/>
                </a:solidFill>
                <a:latin typeface="Arial"/>
                <a:ea typeface="Arial"/>
                <a:cs typeface="Arial"/>
              </a:defRPr>
            </a:lvl6pPr>
            <a:lvl7pPr>
              <a:defRPr sz="3300" b="1">
                <a:solidFill>
                  <a:srgbClr val="F4F5EE"/>
                </a:solidFill>
                <a:latin typeface="Arial"/>
                <a:ea typeface="Arial"/>
                <a:cs typeface="Arial"/>
              </a:defRPr>
            </a:lvl7pPr>
            <a:lvl8pPr>
              <a:defRPr sz="3300" b="1">
                <a:solidFill>
                  <a:srgbClr val="F4F5EE"/>
                </a:solidFill>
                <a:latin typeface="Arial"/>
                <a:ea typeface="Arial"/>
                <a:cs typeface="Arial"/>
              </a:defRPr>
            </a:lvl8pPr>
            <a:lvl9pPr>
              <a:defRPr sz="3300" b="1">
                <a:solidFill>
                  <a:srgbClr val="F4F5EE"/>
                </a:solidFill>
                <a:latin typeface="Arial"/>
                <a:ea typeface="Arial"/>
                <a:cs typeface="Arial"/>
              </a:defRPr>
            </a:lvl9pPr>
          </a:lstStyle>
          <a:p xmlns:a="http://schemas.openxmlformats.org/drawingml/2006/main">
            <a:pPr>
              <a:defRPr sz="3300" b="1">
                <a:solidFill>
                  <a:srgbClr val="F4F5EE"/>
                </a:solidFill>
                <a:latin typeface="Arial"/>
                <a:ea typeface="Arial"/>
                <a:cs typeface="Arial"/>
              </a:defRPr>
            </a:pPr>
            <a:r>
              <a:rPr sz="3300" b="1">
                <a:solidFill>
                  <a:srgbClr val="F4F5EE"/>
                </a:solidFill>
                <a:latin typeface="Arial"/>
                <a:ea typeface="Arial"/>
                <a:cs typeface="Arial"/>
              </a:rPr>
              <a:t>Meterless H-MEM in a working feature</a:t>
            </a:r>
          </a:p>
        </p:txBody>
      </p:sp>
      <p:sp>
        <p:nvSpPr>
          <p:cNvPr id="2" name="">
            <a:extLst xmlns:a="http://schemas.openxmlformats.org/drawingml/2006/main">
              <a:ext uri="{FF2B5EF4-FFF2-40B4-BE49-F238E27FC236}">
                <a16:creationId xmlns:a16="http://schemas.microsoft.com/office/drawing/2014/main" id="{A97EDDE9-6133-4D41-9A98-CF33D7B005EA}"/>
              </a:ext>
            </a:extLst>
          </p:cNvPr>
          <p:cNvSpPr>
            <a:spLocks xmlns:a="http://schemas.openxmlformats.org/drawingml/2006/main" noGrp="1"/>
          </p:cNvSpPr>
          <p:nvPr/>
        </p:nvSpPr>
        <p:spPr>
          <a:xfrm xmlns:a="http://schemas.openxmlformats.org/drawingml/2006/main">
            <a:off x="609600" y="642937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C4D3CD"/>
                </a:solidFill>
                <a:latin typeface="Arial"/>
                <a:ea typeface="Arial"/>
                <a:cs typeface="Arial"/>
              </a:defRPr>
            </a:defPPr>
            <a:lvl1pPr>
              <a:defRPr sz="1200" b="0">
                <a:solidFill>
                  <a:srgbClr val="C4D3CD"/>
                </a:solidFill>
                <a:latin typeface="Arial"/>
                <a:ea typeface="Arial"/>
                <a:cs typeface="Arial"/>
              </a:defRPr>
            </a:lvl1pPr>
            <a:lvl2pPr>
              <a:defRPr sz="1200" b="0">
                <a:solidFill>
                  <a:srgbClr val="C4D3CD"/>
                </a:solidFill>
                <a:latin typeface="Arial"/>
                <a:ea typeface="Arial"/>
                <a:cs typeface="Arial"/>
              </a:defRPr>
            </a:lvl2pPr>
            <a:lvl3pPr>
              <a:defRPr sz="1200" b="0">
                <a:solidFill>
                  <a:srgbClr val="C4D3CD"/>
                </a:solidFill>
                <a:latin typeface="Arial"/>
                <a:ea typeface="Arial"/>
                <a:cs typeface="Arial"/>
              </a:defRPr>
            </a:lvl3pPr>
            <a:lvl4pPr>
              <a:defRPr sz="1200" b="0">
                <a:solidFill>
                  <a:srgbClr val="C4D3CD"/>
                </a:solidFill>
                <a:latin typeface="Arial"/>
                <a:ea typeface="Arial"/>
                <a:cs typeface="Arial"/>
              </a:defRPr>
            </a:lvl4pPr>
            <a:lvl5pPr>
              <a:defRPr sz="1200" b="0">
                <a:solidFill>
                  <a:srgbClr val="C4D3CD"/>
                </a:solidFill>
                <a:latin typeface="Arial"/>
                <a:ea typeface="Arial"/>
                <a:cs typeface="Arial"/>
              </a:defRPr>
            </a:lvl5pPr>
            <a:lvl6pPr>
              <a:defRPr sz="1200" b="0">
                <a:solidFill>
                  <a:srgbClr val="C4D3CD"/>
                </a:solidFill>
                <a:latin typeface="Arial"/>
                <a:ea typeface="Arial"/>
                <a:cs typeface="Arial"/>
              </a:defRPr>
            </a:lvl6pPr>
            <a:lvl7pPr>
              <a:defRPr sz="1200" b="0">
                <a:solidFill>
                  <a:srgbClr val="C4D3CD"/>
                </a:solidFill>
                <a:latin typeface="Arial"/>
                <a:ea typeface="Arial"/>
                <a:cs typeface="Arial"/>
              </a:defRPr>
            </a:lvl7pPr>
            <a:lvl8pPr>
              <a:defRPr sz="1200" b="0">
                <a:solidFill>
                  <a:srgbClr val="C4D3CD"/>
                </a:solidFill>
                <a:latin typeface="Arial"/>
                <a:ea typeface="Arial"/>
                <a:cs typeface="Arial"/>
              </a:defRPr>
            </a:lvl8pPr>
            <a:lvl9pPr>
              <a:defRPr sz="1200" b="0">
                <a:solidFill>
                  <a:srgbClr val="C4D3CD"/>
                </a:solidFill>
                <a:latin typeface="Arial"/>
                <a:ea typeface="Arial"/>
                <a:cs typeface="Arial"/>
              </a:defRPr>
            </a:lvl9pPr>
          </a:lstStyle>
          <a:p xmlns:a="http://schemas.openxmlformats.org/drawingml/2006/main">
            <a:pPr>
              <a:defRPr sz="1200" b="0">
                <a:solidFill>
                  <a:srgbClr val="C4D3CD"/>
                </a:solidFill>
                <a:latin typeface="Arial"/>
                <a:ea typeface="Arial"/>
                <a:cs typeface="Arial"/>
              </a:defRPr>
            </a:pPr>
            <a:r>
              <a:rPr sz="1200" b="0">
                <a:solidFill>
                  <a:srgbClr val="C4D3CD"/>
                </a:solidFill>
                <a:latin typeface="Arial"/>
                <a:ea typeface="Arial"/>
                <a:cs typeface="Arial"/>
              </a:rPr>
              <a:t>ROVER Relay / Event candidate / October 22, 2026</a:t>
            </a:r>
          </a:p>
        </p:txBody>
      </p:sp>
      <p:sp>
        <p:nvSpPr>
          <p:cNvPr id="3" name="">
            <a:extLst xmlns:a="http://schemas.openxmlformats.org/drawingml/2006/main">
              <a:ext uri="{FF2B5EF4-FFF2-40B4-BE49-F238E27FC236}">
                <a16:creationId xmlns:a16="http://schemas.microsoft.com/office/drawing/2014/main" id="{1CDF3A40-5A15-4FBD-9577-72E876A89D36}"/>
              </a:ext>
            </a:extLst>
          </p:cNvPr>
          <p:cNvSpPr>
            <a:spLocks xmlns:a="http://schemas.openxmlformats.org/drawingml/2006/main" noGrp="1"/>
          </p:cNvSpPr>
          <p:nvPr/>
        </p:nvSpPr>
        <p:spPr>
          <a:xfrm xmlns:a="http://schemas.openxmlformats.org/drawingml/2006/main">
            <a:off x="1106805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C4D3CD"/>
                </a:solidFill>
                <a:latin typeface="Arial"/>
                <a:ea typeface="Arial"/>
                <a:cs typeface="Arial"/>
              </a:defRPr>
            </a:defPPr>
            <a:lvl1pPr>
              <a:defRPr sz="1200" b="0">
                <a:solidFill>
                  <a:srgbClr val="C4D3CD"/>
                </a:solidFill>
                <a:latin typeface="Arial"/>
                <a:ea typeface="Arial"/>
                <a:cs typeface="Arial"/>
              </a:defRPr>
            </a:lvl1pPr>
            <a:lvl2pPr>
              <a:defRPr sz="1200" b="0">
                <a:solidFill>
                  <a:srgbClr val="C4D3CD"/>
                </a:solidFill>
                <a:latin typeface="Arial"/>
                <a:ea typeface="Arial"/>
                <a:cs typeface="Arial"/>
              </a:defRPr>
            </a:lvl2pPr>
            <a:lvl3pPr>
              <a:defRPr sz="1200" b="0">
                <a:solidFill>
                  <a:srgbClr val="C4D3CD"/>
                </a:solidFill>
                <a:latin typeface="Arial"/>
                <a:ea typeface="Arial"/>
                <a:cs typeface="Arial"/>
              </a:defRPr>
            </a:lvl3pPr>
            <a:lvl4pPr>
              <a:defRPr sz="1200" b="0">
                <a:solidFill>
                  <a:srgbClr val="C4D3CD"/>
                </a:solidFill>
                <a:latin typeface="Arial"/>
                <a:ea typeface="Arial"/>
                <a:cs typeface="Arial"/>
              </a:defRPr>
            </a:lvl4pPr>
            <a:lvl5pPr>
              <a:defRPr sz="1200" b="0">
                <a:solidFill>
                  <a:srgbClr val="C4D3CD"/>
                </a:solidFill>
                <a:latin typeface="Arial"/>
                <a:ea typeface="Arial"/>
                <a:cs typeface="Arial"/>
              </a:defRPr>
            </a:lvl5pPr>
            <a:lvl6pPr>
              <a:defRPr sz="1200" b="0">
                <a:solidFill>
                  <a:srgbClr val="C4D3CD"/>
                </a:solidFill>
                <a:latin typeface="Arial"/>
                <a:ea typeface="Arial"/>
                <a:cs typeface="Arial"/>
              </a:defRPr>
            </a:lvl6pPr>
            <a:lvl7pPr>
              <a:defRPr sz="1200" b="0">
                <a:solidFill>
                  <a:srgbClr val="C4D3CD"/>
                </a:solidFill>
                <a:latin typeface="Arial"/>
                <a:ea typeface="Arial"/>
                <a:cs typeface="Arial"/>
              </a:defRPr>
            </a:lvl7pPr>
            <a:lvl8pPr>
              <a:defRPr sz="1200" b="0">
                <a:solidFill>
                  <a:srgbClr val="C4D3CD"/>
                </a:solidFill>
                <a:latin typeface="Arial"/>
                <a:ea typeface="Arial"/>
                <a:cs typeface="Arial"/>
              </a:defRPr>
            </a:lvl8pPr>
            <a:lvl9pPr>
              <a:defRPr sz="1200" b="0">
                <a:solidFill>
                  <a:srgbClr val="C4D3CD"/>
                </a:solidFill>
                <a:latin typeface="Arial"/>
                <a:ea typeface="Arial"/>
                <a:cs typeface="Arial"/>
              </a:defRPr>
            </a:lvl9pPr>
          </a:lstStyle>
          <a:p xmlns:a="http://schemas.openxmlformats.org/drawingml/2006/main">
            <a:pPr>
              <a:defRPr sz="1200" b="0">
                <a:solidFill>
                  <a:srgbClr val="C4D3CD"/>
                </a:solidFill>
                <a:latin typeface="Arial"/>
                <a:ea typeface="Arial"/>
                <a:cs typeface="Arial"/>
              </a:defRPr>
            </a:pPr>
            <a:r>
              <a:rPr sz="1200" b="0">
                <a:solidFill>
                  <a:srgbClr val="C4D3CD"/>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53CACF7B-4EEA-43B7-82E8-1BEA090F2773}"/>
              </a:ext>
            </a:extLst>
          </p:cNvPr>
          <p:cNvSpPr>
            <a:spLocks xmlns:a="http://schemas.openxmlformats.org/drawingml/2006/main" noGrp="1"/>
          </p:cNvSpPr>
          <p:nvPr/>
        </p:nvSpPr>
        <p:spPr>
          <a:xfrm xmlns:a="http://schemas.openxmlformats.org/drawingml/2006/main">
            <a:off x="609600" y="18097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F4F5EE"/>
                </a:solidFill>
                <a:latin typeface="Arial"/>
                <a:ea typeface="Arial"/>
                <a:cs typeface="Arial"/>
              </a:defRPr>
            </a:defPPr>
            <a:lvl1pPr>
              <a:defRPr sz="3450" b="1">
                <a:solidFill>
                  <a:srgbClr val="F4F5EE"/>
                </a:solidFill>
                <a:latin typeface="Arial"/>
                <a:ea typeface="Arial"/>
                <a:cs typeface="Arial"/>
              </a:defRPr>
            </a:lvl1pPr>
            <a:lvl2pPr>
              <a:defRPr sz="3450" b="1">
                <a:solidFill>
                  <a:srgbClr val="F4F5EE"/>
                </a:solidFill>
                <a:latin typeface="Arial"/>
                <a:ea typeface="Arial"/>
                <a:cs typeface="Arial"/>
              </a:defRPr>
            </a:lvl2pPr>
            <a:lvl3pPr>
              <a:defRPr sz="3450" b="1">
                <a:solidFill>
                  <a:srgbClr val="F4F5EE"/>
                </a:solidFill>
                <a:latin typeface="Arial"/>
                <a:ea typeface="Arial"/>
                <a:cs typeface="Arial"/>
              </a:defRPr>
            </a:lvl3pPr>
            <a:lvl4pPr>
              <a:defRPr sz="3450" b="1">
                <a:solidFill>
                  <a:srgbClr val="F4F5EE"/>
                </a:solidFill>
                <a:latin typeface="Arial"/>
                <a:ea typeface="Arial"/>
                <a:cs typeface="Arial"/>
              </a:defRPr>
            </a:lvl4pPr>
            <a:lvl5pPr>
              <a:defRPr sz="3450" b="1">
                <a:solidFill>
                  <a:srgbClr val="F4F5EE"/>
                </a:solidFill>
                <a:latin typeface="Arial"/>
                <a:ea typeface="Arial"/>
                <a:cs typeface="Arial"/>
              </a:defRPr>
            </a:lvl5pPr>
            <a:lvl6pPr>
              <a:defRPr sz="3450" b="1">
                <a:solidFill>
                  <a:srgbClr val="F4F5EE"/>
                </a:solidFill>
                <a:latin typeface="Arial"/>
                <a:ea typeface="Arial"/>
                <a:cs typeface="Arial"/>
              </a:defRPr>
            </a:lvl6pPr>
            <a:lvl7pPr>
              <a:defRPr sz="3450" b="1">
                <a:solidFill>
                  <a:srgbClr val="F4F5EE"/>
                </a:solidFill>
                <a:latin typeface="Arial"/>
                <a:ea typeface="Arial"/>
                <a:cs typeface="Arial"/>
              </a:defRPr>
            </a:lvl7pPr>
            <a:lvl8pPr>
              <a:defRPr sz="3450" b="1">
                <a:solidFill>
                  <a:srgbClr val="F4F5EE"/>
                </a:solidFill>
                <a:latin typeface="Arial"/>
                <a:ea typeface="Arial"/>
                <a:cs typeface="Arial"/>
              </a:defRPr>
            </a:lvl8pPr>
            <a:lvl9pPr>
              <a:defRPr sz="3450" b="1">
                <a:solidFill>
                  <a:srgbClr val="F4F5EE"/>
                </a:solidFill>
                <a:latin typeface="Arial"/>
                <a:ea typeface="Arial"/>
                <a:cs typeface="Arial"/>
              </a:defRPr>
            </a:lvl9pPr>
          </a:lstStyle>
          <a:p xmlns:a="http://schemas.openxmlformats.org/drawingml/2006/main">
            <a:pPr>
              <a:defRPr sz="3450" b="1">
                <a:solidFill>
                  <a:srgbClr val="F4F5EE"/>
                </a:solidFill>
                <a:latin typeface="Arial"/>
                <a:ea typeface="Arial"/>
                <a:cs typeface="Arial"/>
              </a:defRPr>
            </a:pPr>
            <a:r>
              <a:rPr sz="3450" b="1">
                <a:solidFill>
                  <a:srgbClr val="F4F5EE"/>
                </a:solidFill>
                <a:latin typeface="Arial"/>
                <a:ea typeface="Arial"/>
                <a:cs typeface="Arial"/>
              </a:rPr>
              <a:t>“Use the North loading entrance”</a:t>
            </a:r>
          </a:p>
        </p:txBody>
      </p:sp>
      <p:sp>
        <p:nvSpPr>
          <p:cNvPr id="5" name="">
            <a:extLst xmlns:a="http://schemas.openxmlformats.org/drawingml/2006/main">
              <a:ext uri="{FF2B5EF4-FFF2-40B4-BE49-F238E27FC236}">
                <a16:creationId xmlns:a16="http://schemas.microsoft.com/office/drawing/2014/main" id="{1C58FAA0-2B33-4D95-850C-2B1293DCDD1C}"/>
              </a:ext>
            </a:extLst>
          </p:cNvPr>
          <p:cNvSpPr>
            <a:spLocks xmlns:a="http://schemas.openxmlformats.org/drawingml/2006/main" noGrp="1"/>
          </p:cNvSpPr>
          <p:nvPr/>
        </p:nvSpPr>
        <p:spPr>
          <a:xfrm xmlns:a="http://schemas.openxmlformats.org/drawingml/2006/main">
            <a:off x="609600" y="30956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0">
                <a:solidFill>
                  <a:srgbClr val="F4F5EE"/>
                </a:solidFill>
                <a:latin typeface="Arial"/>
                <a:ea typeface="Arial"/>
                <a:cs typeface="Arial"/>
              </a:defRPr>
            </a:defPPr>
            <a:lvl1pPr>
              <a:defRPr sz="2550" b="0">
                <a:solidFill>
                  <a:srgbClr val="F4F5EE"/>
                </a:solidFill>
                <a:latin typeface="Arial"/>
                <a:ea typeface="Arial"/>
                <a:cs typeface="Arial"/>
              </a:defRPr>
            </a:lvl1pPr>
            <a:lvl2pPr>
              <a:defRPr sz="2550" b="0">
                <a:solidFill>
                  <a:srgbClr val="F4F5EE"/>
                </a:solidFill>
                <a:latin typeface="Arial"/>
                <a:ea typeface="Arial"/>
                <a:cs typeface="Arial"/>
              </a:defRPr>
            </a:lvl2pPr>
            <a:lvl3pPr>
              <a:defRPr sz="2550" b="0">
                <a:solidFill>
                  <a:srgbClr val="F4F5EE"/>
                </a:solidFill>
                <a:latin typeface="Arial"/>
                <a:ea typeface="Arial"/>
                <a:cs typeface="Arial"/>
              </a:defRPr>
            </a:lvl3pPr>
            <a:lvl4pPr>
              <a:defRPr sz="2550" b="0">
                <a:solidFill>
                  <a:srgbClr val="F4F5EE"/>
                </a:solidFill>
                <a:latin typeface="Arial"/>
                <a:ea typeface="Arial"/>
                <a:cs typeface="Arial"/>
              </a:defRPr>
            </a:lvl4pPr>
            <a:lvl5pPr>
              <a:defRPr sz="2550" b="0">
                <a:solidFill>
                  <a:srgbClr val="F4F5EE"/>
                </a:solidFill>
                <a:latin typeface="Arial"/>
                <a:ea typeface="Arial"/>
                <a:cs typeface="Arial"/>
              </a:defRPr>
            </a:lvl5pPr>
            <a:lvl6pPr>
              <a:defRPr sz="2550" b="0">
                <a:solidFill>
                  <a:srgbClr val="F4F5EE"/>
                </a:solidFill>
                <a:latin typeface="Arial"/>
                <a:ea typeface="Arial"/>
                <a:cs typeface="Arial"/>
              </a:defRPr>
            </a:lvl6pPr>
            <a:lvl7pPr>
              <a:defRPr sz="2550" b="0">
                <a:solidFill>
                  <a:srgbClr val="F4F5EE"/>
                </a:solidFill>
                <a:latin typeface="Arial"/>
                <a:ea typeface="Arial"/>
                <a:cs typeface="Arial"/>
              </a:defRPr>
            </a:lvl7pPr>
            <a:lvl8pPr>
              <a:defRPr sz="2550" b="0">
                <a:solidFill>
                  <a:srgbClr val="F4F5EE"/>
                </a:solidFill>
                <a:latin typeface="Arial"/>
                <a:ea typeface="Arial"/>
                <a:cs typeface="Arial"/>
              </a:defRPr>
            </a:lvl8pPr>
            <a:lvl9pPr>
              <a:defRPr sz="2550" b="0">
                <a:solidFill>
                  <a:srgbClr val="F4F5EE"/>
                </a:solidFill>
                <a:latin typeface="Arial"/>
                <a:ea typeface="Arial"/>
                <a:cs typeface="Arial"/>
              </a:defRPr>
            </a:lvl9pPr>
          </a:lstStyle>
          <a:p xmlns:a="http://schemas.openxmlformats.org/drawingml/2006/main">
            <a:pPr>
              <a:defRPr sz="2550" b="0">
                <a:solidFill>
                  <a:srgbClr val="F4F5EE"/>
                </a:solidFill>
                <a:latin typeface="Arial"/>
                <a:ea typeface="Arial"/>
                <a:cs typeface="Arial"/>
              </a:defRPr>
            </a:pPr>
            <a:r>
              <a:rPr sz="2550" b="0">
                <a:solidFill>
                  <a:srgbClr val="F4F5EE"/>
                </a:solidFill>
                <a:latin typeface="Arial"/>
                <a:ea typeface="Arial"/>
                <a:cs typeface="Arial"/>
              </a:rPr>
              <a:t>Explicitly confirmed memory reaches both planning roles</a:t>
            </a:r>
          </a:p>
          <a:p xmlns:a="http://schemas.openxmlformats.org/drawingml/2006/main">
            <a:pPr>
              <a:defRPr sz="2550" b="0">
                <a:solidFill>
                  <a:srgbClr val="F4F5EE"/>
                </a:solidFill>
                <a:latin typeface="Arial"/>
                <a:ea typeface="Arial"/>
                <a:cs typeface="Arial"/>
              </a:defRPr>
            </a:pPr>
            <a:r>
              <a:rPr sz="2550" b="0">
                <a:solidFill>
                  <a:srgbClr val="F4F5EE"/>
                </a:solidFill>
                <a:latin typeface="Arial"/>
                <a:ea typeface="Arial"/>
                <a:cs typeface="Arial"/>
              </a:rPr>
              <a:t>and the approved simulated task.</a:t>
            </a:r>
          </a:p>
        </p:txBody>
      </p:sp>
      <p:sp>
        <p:nvSpPr>
          <p:cNvPr id="6" name="">
            <a:extLst xmlns:a="http://schemas.openxmlformats.org/drawingml/2006/main">
              <a:ext uri="{FF2B5EF4-FFF2-40B4-BE49-F238E27FC236}">
                <a16:creationId xmlns:a16="http://schemas.microsoft.com/office/drawing/2014/main" id="{6705F929-4C39-43B6-8838-0C6211164BAC}"/>
              </a:ext>
            </a:extLst>
          </p:cNvPr>
          <p:cNvSpPr>
            <a:spLocks xmlns:a="http://schemas.openxmlformats.org/drawingml/2006/main" noGrp="1"/>
          </p:cNvSpPr>
          <p:nvPr/>
        </p:nvSpPr>
        <p:spPr>
          <a:xfrm xmlns:a="http://schemas.openxmlformats.org/drawingml/2006/main">
            <a:off x="609600" y="48577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C4D3CD"/>
                </a:solidFill>
                <a:latin typeface="Arial"/>
                <a:ea typeface="Arial"/>
                <a:cs typeface="Arial"/>
              </a:defRPr>
            </a:defPPr>
            <a:lvl1pPr>
              <a:defRPr sz="2175" b="0">
                <a:solidFill>
                  <a:srgbClr val="C4D3CD"/>
                </a:solidFill>
                <a:latin typeface="Arial"/>
                <a:ea typeface="Arial"/>
                <a:cs typeface="Arial"/>
              </a:defRPr>
            </a:lvl1pPr>
            <a:lvl2pPr>
              <a:defRPr sz="2175" b="0">
                <a:solidFill>
                  <a:srgbClr val="C4D3CD"/>
                </a:solidFill>
                <a:latin typeface="Arial"/>
                <a:ea typeface="Arial"/>
                <a:cs typeface="Arial"/>
              </a:defRPr>
            </a:lvl2pPr>
            <a:lvl3pPr>
              <a:defRPr sz="2175" b="0">
                <a:solidFill>
                  <a:srgbClr val="C4D3CD"/>
                </a:solidFill>
                <a:latin typeface="Arial"/>
                <a:ea typeface="Arial"/>
                <a:cs typeface="Arial"/>
              </a:defRPr>
            </a:lvl3pPr>
            <a:lvl4pPr>
              <a:defRPr sz="2175" b="0">
                <a:solidFill>
                  <a:srgbClr val="C4D3CD"/>
                </a:solidFill>
                <a:latin typeface="Arial"/>
                <a:ea typeface="Arial"/>
                <a:cs typeface="Arial"/>
              </a:defRPr>
            </a:lvl4pPr>
            <a:lvl5pPr>
              <a:defRPr sz="2175" b="0">
                <a:solidFill>
                  <a:srgbClr val="C4D3CD"/>
                </a:solidFill>
                <a:latin typeface="Arial"/>
                <a:ea typeface="Arial"/>
                <a:cs typeface="Arial"/>
              </a:defRPr>
            </a:lvl5pPr>
            <a:lvl6pPr>
              <a:defRPr sz="2175" b="0">
                <a:solidFill>
                  <a:srgbClr val="C4D3CD"/>
                </a:solidFill>
                <a:latin typeface="Arial"/>
                <a:ea typeface="Arial"/>
                <a:cs typeface="Arial"/>
              </a:defRPr>
            </a:lvl6pPr>
            <a:lvl7pPr>
              <a:defRPr sz="2175" b="0">
                <a:solidFill>
                  <a:srgbClr val="C4D3CD"/>
                </a:solidFill>
                <a:latin typeface="Arial"/>
                <a:ea typeface="Arial"/>
                <a:cs typeface="Arial"/>
              </a:defRPr>
            </a:lvl7pPr>
            <a:lvl8pPr>
              <a:defRPr sz="2175" b="0">
                <a:solidFill>
                  <a:srgbClr val="C4D3CD"/>
                </a:solidFill>
                <a:latin typeface="Arial"/>
                <a:ea typeface="Arial"/>
                <a:cs typeface="Arial"/>
              </a:defRPr>
            </a:lvl8pPr>
            <a:lvl9pPr>
              <a:defRPr sz="2175" b="0">
                <a:solidFill>
                  <a:srgbClr val="C4D3CD"/>
                </a:solidFill>
                <a:latin typeface="Arial"/>
                <a:ea typeface="Arial"/>
                <a:cs typeface="Arial"/>
              </a:defRPr>
            </a:lvl9pPr>
          </a:lstStyle>
          <a:p xmlns:a="http://schemas.openxmlformats.org/drawingml/2006/main">
            <a:pPr>
              <a:defRPr sz="2175" b="0">
                <a:solidFill>
                  <a:srgbClr val="C4D3CD"/>
                </a:solidFill>
                <a:latin typeface="Arial"/>
                <a:ea typeface="Arial"/>
                <a:cs typeface="Arial"/>
              </a:defRPr>
            </a:pPr>
            <a:r>
              <a:rPr sz="2175" b="0">
                <a:solidFill>
                  <a:srgbClr val="C4D3CD"/>
                </a:solidFill>
                <a:latin typeface="Arial"/>
                <a:ea typeface="Arial"/>
                <a:cs typeface="Arial"/>
              </a:rPr>
              <a:t>Correction and forgetting invalidate stale terms.</a:t>
            </a:r>
          </a:p>
          <a:p xmlns:a="http://schemas.openxmlformats.org/drawingml/2006/main">
            <a:pPr>
              <a:defRPr sz="2175" b="0">
                <a:solidFill>
                  <a:srgbClr val="C4D3CD"/>
                </a:solidFill>
                <a:latin typeface="Arial"/>
                <a:ea typeface="Arial"/>
                <a:cs typeface="Arial"/>
              </a:defRPr>
            </a:pPr>
            <a:r>
              <a:rPr sz="2175" b="0">
                <a:solidFill>
                  <a:srgbClr val="C4D3CD"/>
                </a:solidFill>
                <a:latin typeface="Arial"/>
                <a:ea typeface="Arial"/>
                <a:cs typeface="Arial"/>
              </a:rPr>
              <a:t>Restart and scope tests pass with the actual engine.</a:t>
            </a:r>
          </a:p>
        </p:txBody>
      </p:sp>
    </p:spTree>
    <p:extLst>
      <p:ext uri="{BB962C8B-B14F-4D97-AF65-F5344CB8AC3E}">
        <p14:creationId xmlns:p14="http://schemas.microsoft.com/office/powerpoint/2010/main" val="2112694144"/>
      </p:ext>
    </p:extLst>
  </p:cSld>
</p:sld>
</file>

<file path=ppt/slides/slide6.xml><?xml version="1.0" encoding="utf-8"?>
<p:sld xmlns:p="http://schemas.openxmlformats.org/presentationml/2006/main">
  <p:cSld>
    <p:bg>
      <p:bgPr>
        <a:solidFill xmlns:a="http://schemas.openxmlformats.org/drawingml/2006/main">
          <a:srgbClr val="F4F5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E26CFC9-ED23-4E62-9F22-34DE880BAEB5}"/>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3744"/>
                </a:solidFill>
                <a:latin typeface="Arial"/>
                <a:ea typeface="Arial"/>
                <a:cs typeface="Arial"/>
              </a:defRPr>
            </a:defPPr>
            <a:lvl1pPr>
              <a:defRPr sz="3300" b="1">
                <a:solidFill>
                  <a:srgbClr val="183744"/>
                </a:solidFill>
                <a:latin typeface="Arial"/>
                <a:ea typeface="Arial"/>
                <a:cs typeface="Arial"/>
              </a:defRPr>
            </a:lvl1pPr>
            <a:lvl2pPr>
              <a:defRPr sz="3300" b="1">
                <a:solidFill>
                  <a:srgbClr val="183744"/>
                </a:solidFill>
                <a:latin typeface="Arial"/>
                <a:ea typeface="Arial"/>
                <a:cs typeface="Arial"/>
              </a:defRPr>
            </a:lvl2pPr>
            <a:lvl3pPr>
              <a:defRPr sz="3300" b="1">
                <a:solidFill>
                  <a:srgbClr val="183744"/>
                </a:solidFill>
                <a:latin typeface="Arial"/>
                <a:ea typeface="Arial"/>
                <a:cs typeface="Arial"/>
              </a:defRPr>
            </a:lvl3pPr>
            <a:lvl4pPr>
              <a:defRPr sz="3300" b="1">
                <a:solidFill>
                  <a:srgbClr val="183744"/>
                </a:solidFill>
                <a:latin typeface="Arial"/>
                <a:ea typeface="Arial"/>
                <a:cs typeface="Arial"/>
              </a:defRPr>
            </a:lvl4pPr>
            <a:lvl5pPr>
              <a:defRPr sz="3300" b="1">
                <a:solidFill>
                  <a:srgbClr val="183744"/>
                </a:solidFill>
                <a:latin typeface="Arial"/>
                <a:ea typeface="Arial"/>
                <a:cs typeface="Arial"/>
              </a:defRPr>
            </a:lvl5pPr>
            <a:lvl6pPr>
              <a:defRPr sz="3300" b="1">
                <a:solidFill>
                  <a:srgbClr val="183744"/>
                </a:solidFill>
                <a:latin typeface="Arial"/>
                <a:ea typeface="Arial"/>
                <a:cs typeface="Arial"/>
              </a:defRPr>
            </a:lvl6pPr>
            <a:lvl7pPr>
              <a:defRPr sz="3300" b="1">
                <a:solidFill>
                  <a:srgbClr val="183744"/>
                </a:solidFill>
                <a:latin typeface="Arial"/>
                <a:ea typeface="Arial"/>
                <a:cs typeface="Arial"/>
              </a:defRPr>
            </a:lvl7pPr>
            <a:lvl8pPr>
              <a:defRPr sz="3300" b="1">
                <a:solidFill>
                  <a:srgbClr val="183744"/>
                </a:solidFill>
                <a:latin typeface="Arial"/>
                <a:ea typeface="Arial"/>
                <a:cs typeface="Arial"/>
              </a:defRPr>
            </a:lvl8pPr>
            <a:lvl9pPr>
              <a:defRPr sz="3300" b="1">
                <a:solidFill>
                  <a:srgbClr val="183744"/>
                </a:solidFill>
                <a:latin typeface="Arial"/>
                <a:ea typeface="Arial"/>
                <a:cs typeface="Arial"/>
              </a:defRPr>
            </a:lvl9pPr>
          </a:lstStyle>
          <a:p xmlns:a="http://schemas.openxmlformats.org/drawingml/2006/main">
            <a:pPr>
              <a:defRPr sz="3300" b="1">
                <a:solidFill>
                  <a:srgbClr val="183744"/>
                </a:solidFill>
                <a:latin typeface="Arial"/>
                <a:ea typeface="Arial"/>
                <a:cs typeface="Arial"/>
              </a:defRPr>
            </a:pPr>
            <a:r>
              <a:rPr sz="3300" b="1">
                <a:solidFill>
                  <a:srgbClr val="183744"/>
                </a:solidFill>
                <a:latin typeface="Arial"/>
                <a:ea typeface="Arial"/>
                <a:cs typeface="Arial"/>
              </a:rPr>
              <a:t>Actual sponsor mission evidence</a:t>
            </a:r>
          </a:p>
        </p:txBody>
      </p:sp>
      <p:sp>
        <p:nvSpPr>
          <p:cNvPr id="2" name="">
            <a:extLst xmlns:a="http://schemas.openxmlformats.org/drawingml/2006/main">
              <a:ext uri="{FF2B5EF4-FFF2-40B4-BE49-F238E27FC236}">
                <a16:creationId xmlns:a16="http://schemas.microsoft.com/office/drawing/2014/main" id="{3B43D3A4-514F-4039-B11E-AFC0AB4A7BD8}"/>
              </a:ext>
            </a:extLst>
          </p:cNvPr>
          <p:cNvSpPr>
            <a:spLocks xmlns:a="http://schemas.openxmlformats.org/drawingml/2006/main" noGrp="1"/>
          </p:cNvSpPr>
          <p:nvPr/>
        </p:nvSpPr>
        <p:spPr>
          <a:xfrm xmlns:a="http://schemas.openxmlformats.org/drawingml/2006/main">
            <a:off x="609600" y="642937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66A"/>
                </a:solidFill>
                <a:latin typeface="Arial"/>
                <a:ea typeface="Arial"/>
                <a:cs typeface="Arial"/>
              </a:defRPr>
            </a:defPPr>
            <a:lvl1pPr>
              <a:defRPr sz="1200" b="0">
                <a:solidFill>
                  <a:srgbClr val="52666A"/>
                </a:solidFill>
                <a:latin typeface="Arial"/>
                <a:ea typeface="Arial"/>
                <a:cs typeface="Arial"/>
              </a:defRPr>
            </a:lvl1pPr>
            <a:lvl2pPr>
              <a:defRPr sz="1200" b="0">
                <a:solidFill>
                  <a:srgbClr val="52666A"/>
                </a:solidFill>
                <a:latin typeface="Arial"/>
                <a:ea typeface="Arial"/>
                <a:cs typeface="Arial"/>
              </a:defRPr>
            </a:lvl2pPr>
            <a:lvl3pPr>
              <a:defRPr sz="1200" b="0">
                <a:solidFill>
                  <a:srgbClr val="52666A"/>
                </a:solidFill>
                <a:latin typeface="Arial"/>
                <a:ea typeface="Arial"/>
                <a:cs typeface="Arial"/>
              </a:defRPr>
            </a:lvl3pPr>
            <a:lvl4pPr>
              <a:defRPr sz="1200" b="0">
                <a:solidFill>
                  <a:srgbClr val="52666A"/>
                </a:solidFill>
                <a:latin typeface="Arial"/>
                <a:ea typeface="Arial"/>
                <a:cs typeface="Arial"/>
              </a:defRPr>
            </a:lvl4pPr>
            <a:lvl5pPr>
              <a:defRPr sz="1200" b="0">
                <a:solidFill>
                  <a:srgbClr val="52666A"/>
                </a:solidFill>
                <a:latin typeface="Arial"/>
                <a:ea typeface="Arial"/>
                <a:cs typeface="Arial"/>
              </a:defRPr>
            </a:lvl5pPr>
            <a:lvl6pPr>
              <a:defRPr sz="1200" b="0">
                <a:solidFill>
                  <a:srgbClr val="52666A"/>
                </a:solidFill>
                <a:latin typeface="Arial"/>
                <a:ea typeface="Arial"/>
                <a:cs typeface="Arial"/>
              </a:defRPr>
            </a:lvl6pPr>
            <a:lvl7pPr>
              <a:defRPr sz="1200" b="0">
                <a:solidFill>
                  <a:srgbClr val="52666A"/>
                </a:solidFill>
                <a:latin typeface="Arial"/>
                <a:ea typeface="Arial"/>
                <a:cs typeface="Arial"/>
              </a:defRPr>
            </a:lvl7pPr>
            <a:lvl8pPr>
              <a:defRPr sz="1200" b="0">
                <a:solidFill>
                  <a:srgbClr val="52666A"/>
                </a:solidFill>
                <a:latin typeface="Arial"/>
                <a:ea typeface="Arial"/>
                <a:cs typeface="Arial"/>
              </a:defRPr>
            </a:lvl8pPr>
            <a:lvl9pPr>
              <a:defRPr sz="1200" b="0">
                <a:solidFill>
                  <a:srgbClr val="52666A"/>
                </a:solidFill>
                <a:latin typeface="Arial"/>
                <a:ea typeface="Arial"/>
                <a:cs typeface="Arial"/>
              </a:defRPr>
            </a:lvl9pPr>
          </a:lstStyle>
          <a:p xmlns:a="http://schemas.openxmlformats.org/drawingml/2006/main">
            <a:pPr>
              <a:defRPr sz="1200" b="0">
                <a:solidFill>
                  <a:srgbClr val="52666A"/>
                </a:solidFill>
                <a:latin typeface="Arial"/>
                <a:ea typeface="Arial"/>
                <a:cs typeface="Arial"/>
              </a:defRPr>
            </a:pPr>
            <a:r>
              <a:rPr sz="1200" b="0">
                <a:solidFill>
                  <a:srgbClr val="52666A"/>
                </a:solidFill>
                <a:latin typeface="Arial"/>
                <a:ea typeface="Arial"/>
                <a:cs typeface="Arial"/>
              </a:rPr>
              <a:t>ROVER Relay / Event candidate / October 22, 2026</a:t>
            </a:r>
          </a:p>
        </p:txBody>
      </p:sp>
      <p:sp>
        <p:nvSpPr>
          <p:cNvPr id="3" name="">
            <a:extLst xmlns:a="http://schemas.openxmlformats.org/drawingml/2006/main">
              <a:ext uri="{FF2B5EF4-FFF2-40B4-BE49-F238E27FC236}">
                <a16:creationId xmlns:a16="http://schemas.microsoft.com/office/drawing/2014/main" id="{B7866A8C-5B41-4C2D-B3FD-9340A21091A6}"/>
              </a:ext>
            </a:extLst>
          </p:cNvPr>
          <p:cNvSpPr>
            <a:spLocks xmlns:a="http://schemas.openxmlformats.org/drawingml/2006/main" noGrp="1"/>
          </p:cNvSpPr>
          <p:nvPr/>
        </p:nvSpPr>
        <p:spPr>
          <a:xfrm xmlns:a="http://schemas.openxmlformats.org/drawingml/2006/main">
            <a:off x="1106805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66A"/>
                </a:solidFill>
                <a:latin typeface="Arial"/>
                <a:ea typeface="Arial"/>
                <a:cs typeface="Arial"/>
              </a:defRPr>
            </a:defPPr>
            <a:lvl1pPr>
              <a:defRPr sz="1200" b="0">
                <a:solidFill>
                  <a:srgbClr val="52666A"/>
                </a:solidFill>
                <a:latin typeface="Arial"/>
                <a:ea typeface="Arial"/>
                <a:cs typeface="Arial"/>
              </a:defRPr>
            </a:lvl1pPr>
            <a:lvl2pPr>
              <a:defRPr sz="1200" b="0">
                <a:solidFill>
                  <a:srgbClr val="52666A"/>
                </a:solidFill>
                <a:latin typeface="Arial"/>
                <a:ea typeface="Arial"/>
                <a:cs typeface="Arial"/>
              </a:defRPr>
            </a:lvl2pPr>
            <a:lvl3pPr>
              <a:defRPr sz="1200" b="0">
                <a:solidFill>
                  <a:srgbClr val="52666A"/>
                </a:solidFill>
                <a:latin typeface="Arial"/>
                <a:ea typeface="Arial"/>
                <a:cs typeface="Arial"/>
              </a:defRPr>
            </a:lvl3pPr>
            <a:lvl4pPr>
              <a:defRPr sz="1200" b="0">
                <a:solidFill>
                  <a:srgbClr val="52666A"/>
                </a:solidFill>
                <a:latin typeface="Arial"/>
                <a:ea typeface="Arial"/>
                <a:cs typeface="Arial"/>
              </a:defRPr>
            </a:lvl4pPr>
            <a:lvl5pPr>
              <a:defRPr sz="1200" b="0">
                <a:solidFill>
                  <a:srgbClr val="52666A"/>
                </a:solidFill>
                <a:latin typeface="Arial"/>
                <a:ea typeface="Arial"/>
                <a:cs typeface="Arial"/>
              </a:defRPr>
            </a:lvl5pPr>
            <a:lvl6pPr>
              <a:defRPr sz="1200" b="0">
                <a:solidFill>
                  <a:srgbClr val="52666A"/>
                </a:solidFill>
                <a:latin typeface="Arial"/>
                <a:ea typeface="Arial"/>
                <a:cs typeface="Arial"/>
              </a:defRPr>
            </a:lvl6pPr>
            <a:lvl7pPr>
              <a:defRPr sz="1200" b="0">
                <a:solidFill>
                  <a:srgbClr val="52666A"/>
                </a:solidFill>
                <a:latin typeface="Arial"/>
                <a:ea typeface="Arial"/>
                <a:cs typeface="Arial"/>
              </a:defRPr>
            </a:lvl7pPr>
            <a:lvl8pPr>
              <a:defRPr sz="1200" b="0">
                <a:solidFill>
                  <a:srgbClr val="52666A"/>
                </a:solidFill>
                <a:latin typeface="Arial"/>
                <a:ea typeface="Arial"/>
                <a:cs typeface="Arial"/>
              </a:defRPr>
            </a:lvl8pPr>
            <a:lvl9pPr>
              <a:defRPr sz="1200" b="0">
                <a:solidFill>
                  <a:srgbClr val="52666A"/>
                </a:solidFill>
                <a:latin typeface="Arial"/>
                <a:ea typeface="Arial"/>
                <a:cs typeface="Arial"/>
              </a:defRPr>
            </a:lvl9pPr>
          </a:lstStyle>
          <a:p xmlns:a="http://schemas.openxmlformats.org/drawingml/2006/main">
            <a:pPr>
              <a:defRPr sz="1200" b="0">
                <a:solidFill>
                  <a:srgbClr val="52666A"/>
                </a:solidFill>
                <a:latin typeface="Arial"/>
                <a:ea typeface="Arial"/>
                <a:cs typeface="Arial"/>
              </a:defRPr>
            </a:pPr>
            <a:r>
              <a:rPr sz="1200" b="0">
                <a:solidFill>
                  <a:srgbClr val="52666A"/>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B94CF963-5CC1-4CF0-AB3F-7524AB492887}"/>
              </a:ext>
            </a:extLst>
          </p:cNvPr>
          <p:cNvSpPr>
            <a:spLocks xmlns:a="http://schemas.openxmlformats.org/drawingml/2006/main" noGrp="1"/>
          </p:cNvSpPr>
          <p:nvPr/>
        </p:nvSpPr>
        <p:spPr>
          <a:xfrm xmlns:a="http://schemas.openxmlformats.org/drawingml/2006/main">
            <a:off x="609600" y="16002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146E71"/>
                </a:solidFill>
                <a:latin typeface="Arial"/>
                <a:ea typeface="Arial"/>
                <a:cs typeface="Arial"/>
              </a:defRPr>
            </a:defPPr>
            <a:lvl1pPr>
              <a:defRPr sz="2550" b="1">
                <a:solidFill>
                  <a:srgbClr val="146E71"/>
                </a:solidFill>
                <a:latin typeface="Arial"/>
                <a:ea typeface="Arial"/>
                <a:cs typeface="Arial"/>
              </a:defRPr>
            </a:lvl1pPr>
            <a:lvl2pPr>
              <a:defRPr sz="2550" b="1">
                <a:solidFill>
                  <a:srgbClr val="146E71"/>
                </a:solidFill>
                <a:latin typeface="Arial"/>
                <a:ea typeface="Arial"/>
                <a:cs typeface="Arial"/>
              </a:defRPr>
            </a:lvl2pPr>
            <a:lvl3pPr>
              <a:defRPr sz="2550" b="1">
                <a:solidFill>
                  <a:srgbClr val="146E71"/>
                </a:solidFill>
                <a:latin typeface="Arial"/>
                <a:ea typeface="Arial"/>
                <a:cs typeface="Arial"/>
              </a:defRPr>
            </a:lvl3pPr>
            <a:lvl4pPr>
              <a:defRPr sz="2550" b="1">
                <a:solidFill>
                  <a:srgbClr val="146E71"/>
                </a:solidFill>
                <a:latin typeface="Arial"/>
                <a:ea typeface="Arial"/>
                <a:cs typeface="Arial"/>
              </a:defRPr>
            </a:lvl4pPr>
            <a:lvl5pPr>
              <a:defRPr sz="2550" b="1">
                <a:solidFill>
                  <a:srgbClr val="146E71"/>
                </a:solidFill>
                <a:latin typeface="Arial"/>
                <a:ea typeface="Arial"/>
                <a:cs typeface="Arial"/>
              </a:defRPr>
            </a:lvl5pPr>
            <a:lvl6pPr>
              <a:defRPr sz="2550" b="1">
                <a:solidFill>
                  <a:srgbClr val="146E71"/>
                </a:solidFill>
                <a:latin typeface="Arial"/>
                <a:ea typeface="Arial"/>
                <a:cs typeface="Arial"/>
              </a:defRPr>
            </a:lvl6pPr>
            <a:lvl7pPr>
              <a:defRPr sz="2550" b="1">
                <a:solidFill>
                  <a:srgbClr val="146E71"/>
                </a:solidFill>
                <a:latin typeface="Arial"/>
                <a:ea typeface="Arial"/>
                <a:cs typeface="Arial"/>
              </a:defRPr>
            </a:lvl7pPr>
            <a:lvl8pPr>
              <a:defRPr sz="2550" b="1">
                <a:solidFill>
                  <a:srgbClr val="146E71"/>
                </a:solidFill>
                <a:latin typeface="Arial"/>
                <a:ea typeface="Arial"/>
                <a:cs typeface="Arial"/>
              </a:defRPr>
            </a:lvl8pPr>
            <a:lvl9pPr>
              <a:defRPr sz="2550" b="1">
                <a:solidFill>
                  <a:srgbClr val="146E71"/>
                </a:solidFill>
                <a:latin typeface="Arial"/>
                <a:ea typeface="Arial"/>
                <a:cs typeface="Arial"/>
              </a:defRPr>
            </a:lvl9pPr>
          </a:lstStyle>
          <a:p xmlns:a="http://schemas.openxmlformats.org/drawingml/2006/main">
            <a:pPr>
              <a:defRPr sz="2550" b="1">
                <a:solidFill>
                  <a:srgbClr val="146E71"/>
                </a:solidFill>
                <a:latin typeface="Arial"/>
                <a:ea typeface="Arial"/>
                <a:cs typeface="Arial"/>
              </a:defRPr>
            </a:pPr>
            <a:r>
              <a:rPr sz="2550" b="1">
                <a:solidFill>
                  <a:srgbClr val="146E71"/>
                </a:solidFill>
                <a:latin typeface="Arial"/>
                <a:ea typeface="Arial"/>
                <a:cs typeface="Arial"/>
              </a:rPr>
              <a:t>Zetaris</a:t>
            </a:r>
          </a:p>
        </p:txBody>
      </p:sp>
      <p:sp>
        <p:nvSpPr>
          <p:cNvPr id="5" name="">
            <a:extLst xmlns:a="http://schemas.openxmlformats.org/drawingml/2006/main">
              <a:ext uri="{FF2B5EF4-FFF2-40B4-BE49-F238E27FC236}">
                <a16:creationId xmlns:a16="http://schemas.microsoft.com/office/drawing/2014/main" id="{AA11866F-8C5F-49DD-8790-A406B48BA42A}"/>
              </a:ext>
            </a:extLst>
          </p:cNvPr>
          <p:cNvSpPr>
            <a:spLocks xmlns:a="http://schemas.openxmlformats.org/drawingml/2006/main" noGrp="1"/>
          </p:cNvSpPr>
          <p:nvPr/>
        </p:nvSpPr>
        <p:spPr>
          <a:xfrm xmlns:a="http://schemas.openxmlformats.org/drawingml/2006/main">
            <a:off x="3714750" y="1600200"/>
            <a:ext cx="7858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83744"/>
                </a:solidFill>
                <a:latin typeface="Arial"/>
                <a:ea typeface="Arial"/>
                <a:cs typeface="Arial"/>
              </a:defRPr>
            </a:defPPr>
            <a:lvl1pPr>
              <a:defRPr sz="2175" b="0">
                <a:solidFill>
                  <a:srgbClr val="183744"/>
                </a:solidFill>
                <a:latin typeface="Arial"/>
                <a:ea typeface="Arial"/>
                <a:cs typeface="Arial"/>
              </a:defRPr>
            </a:lvl1pPr>
            <a:lvl2pPr>
              <a:defRPr sz="2175" b="0">
                <a:solidFill>
                  <a:srgbClr val="183744"/>
                </a:solidFill>
                <a:latin typeface="Arial"/>
                <a:ea typeface="Arial"/>
                <a:cs typeface="Arial"/>
              </a:defRPr>
            </a:lvl2pPr>
            <a:lvl3pPr>
              <a:defRPr sz="2175" b="0">
                <a:solidFill>
                  <a:srgbClr val="183744"/>
                </a:solidFill>
                <a:latin typeface="Arial"/>
                <a:ea typeface="Arial"/>
                <a:cs typeface="Arial"/>
              </a:defRPr>
            </a:lvl3pPr>
            <a:lvl4pPr>
              <a:defRPr sz="2175" b="0">
                <a:solidFill>
                  <a:srgbClr val="183744"/>
                </a:solidFill>
                <a:latin typeface="Arial"/>
                <a:ea typeface="Arial"/>
                <a:cs typeface="Arial"/>
              </a:defRPr>
            </a:lvl4pPr>
            <a:lvl5pPr>
              <a:defRPr sz="2175" b="0">
                <a:solidFill>
                  <a:srgbClr val="183744"/>
                </a:solidFill>
                <a:latin typeface="Arial"/>
                <a:ea typeface="Arial"/>
                <a:cs typeface="Arial"/>
              </a:defRPr>
            </a:lvl5pPr>
            <a:lvl6pPr>
              <a:defRPr sz="2175" b="0">
                <a:solidFill>
                  <a:srgbClr val="183744"/>
                </a:solidFill>
                <a:latin typeface="Arial"/>
                <a:ea typeface="Arial"/>
                <a:cs typeface="Arial"/>
              </a:defRPr>
            </a:lvl6pPr>
            <a:lvl7pPr>
              <a:defRPr sz="2175" b="0">
                <a:solidFill>
                  <a:srgbClr val="183744"/>
                </a:solidFill>
                <a:latin typeface="Arial"/>
                <a:ea typeface="Arial"/>
                <a:cs typeface="Arial"/>
              </a:defRPr>
            </a:lvl7pPr>
            <a:lvl8pPr>
              <a:defRPr sz="2175" b="0">
                <a:solidFill>
                  <a:srgbClr val="183744"/>
                </a:solidFill>
                <a:latin typeface="Arial"/>
                <a:ea typeface="Arial"/>
                <a:cs typeface="Arial"/>
              </a:defRPr>
            </a:lvl8pPr>
            <a:lvl9pPr>
              <a:defRPr sz="2175" b="0">
                <a:solidFill>
                  <a:srgbClr val="183744"/>
                </a:solidFill>
                <a:latin typeface="Arial"/>
                <a:ea typeface="Arial"/>
                <a:cs typeface="Arial"/>
              </a:defRPr>
            </a:lvl9pPr>
          </a:lstStyle>
          <a:p xmlns:a="http://schemas.openxmlformats.org/drawingml/2006/main">
            <a:pPr>
              <a:defRPr sz="2175" b="0">
                <a:solidFill>
                  <a:srgbClr val="183744"/>
                </a:solidFill>
                <a:latin typeface="Arial"/>
                <a:ea typeface="Arial"/>
                <a:cs typeface="Arial"/>
              </a:defRPr>
            </a:pPr>
            <a:r>
              <a:rPr sz="2175" b="0">
                <a:solidFill>
                  <a:srgbClr val="183744"/>
                </a:solidFill>
                <a:latin typeface="Arial"/>
                <a:ea typeface="Arial"/>
                <a:cs typeface="Arial"/>
              </a:rPr>
              <a:t>Supplier SQLite HTTP and courier/route PostgreSQL</a:t>
            </a:r>
          </a:p>
          <a:p xmlns:a="http://schemas.openxmlformats.org/drawingml/2006/main">
            <a:pPr>
              <a:defRPr sz="2175" b="0">
                <a:solidFill>
                  <a:srgbClr val="183744"/>
                </a:solidFill>
                <a:latin typeface="Arial"/>
                <a:ea typeface="Arial"/>
                <a:cs typeface="Arial"/>
              </a:defRPr>
            </a:pPr>
            <a:r>
              <a:rPr sz="2175" b="0">
                <a:solidFill>
                  <a:srgbClr val="183744"/>
                </a:solidFill>
                <a:latin typeface="Arial"/>
                <a:ea typeface="Arial"/>
                <a:cs typeface="Arial"/>
              </a:rPr>
              <a:t>join inside Zetaris. Synthetic campus records.</a:t>
            </a:r>
          </a:p>
        </p:txBody>
      </p:sp>
      <p:sp>
        <p:nvSpPr>
          <p:cNvPr id="6" name="">
            <a:extLst xmlns:a="http://schemas.openxmlformats.org/drawingml/2006/main">
              <a:ext uri="{FF2B5EF4-FFF2-40B4-BE49-F238E27FC236}">
                <a16:creationId xmlns:a16="http://schemas.microsoft.com/office/drawing/2014/main" id="{A3EF379F-889E-49EA-B8DC-2701BAC40E77}"/>
              </a:ext>
            </a:extLst>
          </p:cNvPr>
          <p:cNvSpPr>
            <a:spLocks xmlns:a="http://schemas.openxmlformats.org/drawingml/2006/main" noGrp="1"/>
          </p:cNvSpPr>
          <p:nvPr/>
        </p:nvSpPr>
        <p:spPr>
          <a:xfrm xmlns:a="http://schemas.openxmlformats.org/drawingml/2006/main">
            <a:off x="609600" y="31051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146E71"/>
                </a:solidFill>
                <a:latin typeface="Arial"/>
                <a:ea typeface="Arial"/>
                <a:cs typeface="Arial"/>
              </a:defRPr>
            </a:defPPr>
            <a:lvl1pPr>
              <a:defRPr sz="2550" b="1">
                <a:solidFill>
                  <a:srgbClr val="146E71"/>
                </a:solidFill>
                <a:latin typeface="Arial"/>
                <a:ea typeface="Arial"/>
                <a:cs typeface="Arial"/>
              </a:defRPr>
            </a:lvl1pPr>
            <a:lvl2pPr>
              <a:defRPr sz="2550" b="1">
                <a:solidFill>
                  <a:srgbClr val="146E71"/>
                </a:solidFill>
                <a:latin typeface="Arial"/>
                <a:ea typeface="Arial"/>
                <a:cs typeface="Arial"/>
              </a:defRPr>
            </a:lvl2pPr>
            <a:lvl3pPr>
              <a:defRPr sz="2550" b="1">
                <a:solidFill>
                  <a:srgbClr val="146E71"/>
                </a:solidFill>
                <a:latin typeface="Arial"/>
                <a:ea typeface="Arial"/>
                <a:cs typeface="Arial"/>
              </a:defRPr>
            </a:lvl3pPr>
            <a:lvl4pPr>
              <a:defRPr sz="2550" b="1">
                <a:solidFill>
                  <a:srgbClr val="146E71"/>
                </a:solidFill>
                <a:latin typeface="Arial"/>
                <a:ea typeface="Arial"/>
                <a:cs typeface="Arial"/>
              </a:defRPr>
            </a:lvl4pPr>
            <a:lvl5pPr>
              <a:defRPr sz="2550" b="1">
                <a:solidFill>
                  <a:srgbClr val="146E71"/>
                </a:solidFill>
                <a:latin typeface="Arial"/>
                <a:ea typeface="Arial"/>
                <a:cs typeface="Arial"/>
              </a:defRPr>
            </a:lvl5pPr>
            <a:lvl6pPr>
              <a:defRPr sz="2550" b="1">
                <a:solidFill>
                  <a:srgbClr val="146E71"/>
                </a:solidFill>
                <a:latin typeface="Arial"/>
                <a:ea typeface="Arial"/>
                <a:cs typeface="Arial"/>
              </a:defRPr>
            </a:lvl6pPr>
            <a:lvl7pPr>
              <a:defRPr sz="2550" b="1">
                <a:solidFill>
                  <a:srgbClr val="146E71"/>
                </a:solidFill>
                <a:latin typeface="Arial"/>
                <a:ea typeface="Arial"/>
                <a:cs typeface="Arial"/>
              </a:defRPr>
            </a:lvl7pPr>
            <a:lvl8pPr>
              <a:defRPr sz="2550" b="1">
                <a:solidFill>
                  <a:srgbClr val="146E71"/>
                </a:solidFill>
                <a:latin typeface="Arial"/>
                <a:ea typeface="Arial"/>
                <a:cs typeface="Arial"/>
              </a:defRPr>
            </a:lvl8pPr>
            <a:lvl9pPr>
              <a:defRPr sz="2550" b="1">
                <a:solidFill>
                  <a:srgbClr val="146E71"/>
                </a:solidFill>
                <a:latin typeface="Arial"/>
                <a:ea typeface="Arial"/>
                <a:cs typeface="Arial"/>
              </a:defRPr>
            </a:lvl9pPr>
          </a:lstStyle>
          <a:p xmlns:a="http://schemas.openxmlformats.org/drawingml/2006/main">
            <a:pPr>
              <a:defRPr sz="2550" b="1">
                <a:solidFill>
                  <a:srgbClr val="146E71"/>
                </a:solidFill>
                <a:latin typeface="Arial"/>
                <a:ea typeface="Arial"/>
                <a:cs typeface="Arial"/>
              </a:defRPr>
            </a:pPr>
            <a:r>
              <a:rPr sz="2550" b="1">
                <a:solidFill>
                  <a:srgbClr val="146E71"/>
                </a:solidFill>
                <a:latin typeface="Arial"/>
                <a:ea typeface="Arial"/>
                <a:cs typeface="Arial"/>
              </a:rPr>
              <a:t>Nightshift</a:t>
            </a:r>
          </a:p>
        </p:txBody>
      </p:sp>
      <p:sp>
        <p:nvSpPr>
          <p:cNvPr id="7" name="">
            <a:extLst xmlns:a="http://schemas.openxmlformats.org/drawingml/2006/main">
              <a:ext uri="{FF2B5EF4-FFF2-40B4-BE49-F238E27FC236}">
                <a16:creationId xmlns:a16="http://schemas.microsoft.com/office/drawing/2014/main" id="{F332E691-3D83-4F6C-8CB8-10970C8A0680}"/>
              </a:ext>
            </a:extLst>
          </p:cNvPr>
          <p:cNvSpPr>
            <a:spLocks xmlns:a="http://schemas.openxmlformats.org/drawingml/2006/main" noGrp="1"/>
          </p:cNvSpPr>
          <p:nvPr/>
        </p:nvSpPr>
        <p:spPr>
          <a:xfrm xmlns:a="http://schemas.openxmlformats.org/drawingml/2006/main">
            <a:off x="3714750" y="3105150"/>
            <a:ext cx="78581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83744"/>
                </a:solidFill>
                <a:latin typeface="Arial"/>
                <a:ea typeface="Arial"/>
                <a:cs typeface="Arial"/>
              </a:defRPr>
            </a:defPPr>
            <a:lvl1pPr>
              <a:defRPr sz="2175" b="0">
                <a:solidFill>
                  <a:srgbClr val="183744"/>
                </a:solidFill>
                <a:latin typeface="Arial"/>
                <a:ea typeface="Arial"/>
                <a:cs typeface="Arial"/>
              </a:defRPr>
            </a:lvl1pPr>
            <a:lvl2pPr>
              <a:defRPr sz="2175" b="0">
                <a:solidFill>
                  <a:srgbClr val="183744"/>
                </a:solidFill>
                <a:latin typeface="Arial"/>
                <a:ea typeface="Arial"/>
                <a:cs typeface="Arial"/>
              </a:defRPr>
            </a:lvl2pPr>
            <a:lvl3pPr>
              <a:defRPr sz="2175" b="0">
                <a:solidFill>
                  <a:srgbClr val="183744"/>
                </a:solidFill>
                <a:latin typeface="Arial"/>
                <a:ea typeface="Arial"/>
                <a:cs typeface="Arial"/>
              </a:defRPr>
            </a:lvl3pPr>
            <a:lvl4pPr>
              <a:defRPr sz="2175" b="0">
                <a:solidFill>
                  <a:srgbClr val="183744"/>
                </a:solidFill>
                <a:latin typeface="Arial"/>
                <a:ea typeface="Arial"/>
                <a:cs typeface="Arial"/>
              </a:defRPr>
            </a:lvl4pPr>
            <a:lvl5pPr>
              <a:defRPr sz="2175" b="0">
                <a:solidFill>
                  <a:srgbClr val="183744"/>
                </a:solidFill>
                <a:latin typeface="Arial"/>
                <a:ea typeface="Arial"/>
                <a:cs typeface="Arial"/>
              </a:defRPr>
            </a:lvl5pPr>
            <a:lvl6pPr>
              <a:defRPr sz="2175" b="0">
                <a:solidFill>
                  <a:srgbClr val="183744"/>
                </a:solidFill>
                <a:latin typeface="Arial"/>
                <a:ea typeface="Arial"/>
                <a:cs typeface="Arial"/>
              </a:defRPr>
            </a:lvl6pPr>
            <a:lvl7pPr>
              <a:defRPr sz="2175" b="0">
                <a:solidFill>
                  <a:srgbClr val="183744"/>
                </a:solidFill>
                <a:latin typeface="Arial"/>
                <a:ea typeface="Arial"/>
                <a:cs typeface="Arial"/>
              </a:defRPr>
            </a:lvl7pPr>
            <a:lvl8pPr>
              <a:defRPr sz="2175" b="0">
                <a:solidFill>
                  <a:srgbClr val="183744"/>
                </a:solidFill>
                <a:latin typeface="Arial"/>
                <a:ea typeface="Arial"/>
                <a:cs typeface="Arial"/>
              </a:defRPr>
            </a:lvl8pPr>
            <a:lvl9pPr>
              <a:defRPr sz="2175" b="0">
                <a:solidFill>
                  <a:srgbClr val="183744"/>
                </a:solidFill>
                <a:latin typeface="Arial"/>
                <a:ea typeface="Arial"/>
                <a:cs typeface="Arial"/>
              </a:defRPr>
            </a:lvl9pPr>
          </a:lstStyle>
          <a:p xmlns:a="http://schemas.openxmlformats.org/drawingml/2006/main">
            <a:pPr>
              <a:defRPr sz="2175" b="0">
                <a:solidFill>
                  <a:srgbClr val="183744"/>
                </a:solidFill>
                <a:latin typeface="Arial"/>
                <a:ea typeface="Arial"/>
                <a:cs typeface="Arial"/>
              </a:defRPr>
            </a:pPr>
            <a:r>
              <a:rPr sz="2175" b="0">
                <a:solidFill>
                  <a:srgbClr val="183744"/>
                </a:solidFill>
                <a:latin typeface="Arial"/>
                <a:ea typeface="Arial"/>
                <a:cs typeface="Arial"/>
              </a:rPr>
              <a:t>Planner: NVIDIA Nemotron Super VL</a:t>
            </a:r>
          </a:p>
          <a:p xmlns:a="http://schemas.openxmlformats.org/drawingml/2006/main">
            <a:pPr>
              <a:defRPr sz="2175" b="0">
                <a:solidFill>
                  <a:srgbClr val="183744"/>
                </a:solidFill>
                <a:latin typeface="Arial"/>
                <a:ea typeface="Arial"/>
                <a:cs typeface="Arial"/>
              </a:defRPr>
            </a:pPr>
            <a:r>
              <a:rPr sz="2175" b="0">
                <a:solidFill>
                  <a:srgbClr val="183744"/>
                </a:solidFill>
                <a:latin typeface="Arial"/>
                <a:ea typeface="Arial"/>
                <a:cs typeface="Arial"/>
              </a:rPr>
              <a:t>Critic: NVIDIA Nemotron Ultra</a:t>
            </a:r>
          </a:p>
        </p:txBody>
      </p:sp>
      <p:sp>
        <p:nvSpPr>
          <p:cNvPr id="8" name="">
            <a:extLst xmlns:a="http://schemas.openxmlformats.org/drawingml/2006/main">
              <a:ext uri="{FF2B5EF4-FFF2-40B4-BE49-F238E27FC236}">
                <a16:creationId xmlns:a16="http://schemas.microsoft.com/office/drawing/2014/main" id="{125FDBBB-638C-49F1-9026-5619015B4325}"/>
              </a:ext>
            </a:extLst>
          </p:cNvPr>
          <p:cNvSpPr>
            <a:spLocks xmlns:a="http://schemas.openxmlformats.org/drawingml/2006/main" noGrp="1"/>
          </p:cNvSpPr>
          <p:nvPr/>
        </p:nvSpPr>
        <p:spPr>
          <a:xfrm xmlns:a="http://schemas.openxmlformats.org/drawingml/2006/main">
            <a:off x="609600" y="48196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46E71"/>
                </a:solidFill>
                <a:latin typeface="Arial"/>
                <a:ea typeface="Arial"/>
                <a:cs typeface="Arial"/>
              </a:defRPr>
            </a:defPPr>
            <a:lvl1pPr>
              <a:defRPr sz="3225" b="1">
                <a:solidFill>
                  <a:srgbClr val="146E71"/>
                </a:solidFill>
                <a:latin typeface="Arial"/>
                <a:ea typeface="Arial"/>
                <a:cs typeface="Arial"/>
              </a:defRPr>
            </a:lvl1pPr>
            <a:lvl2pPr>
              <a:defRPr sz="3225" b="1">
                <a:solidFill>
                  <a:srgbClr val="146E71"/>
                </a:solidFill>
                <a:latin typeface="Arial"/>
                <a:ea typeface="Arial"/>
                <a:cs typeface="Arial"/>
              </a:defRPr>
            </a:lvl2pPr>
            <a:lvl3pPr>
              <a:defRPr sz="3225" b="1">
                <a:solidFill>
                  <a:srgbClr val="146E71"/>
                </a:solidFill>
                <a:latin typeface="Arial"/>
                <a:ea typeface="Arial"/>
                <a:cs typeface="Arial"/>
              </a:defRPr>
            </a:lvl3pPr>
            <a:lvl4pPr>
              <a:defRPr sz="3225" b="1">
                <a:solidFill>
                  <a:srgbClr val="146E71"/>
                </a:solidFill>
                <a:latin typeface="Arial"/>
                <a:ea typeface="Arial"/>
                <a:cs typeface="Arial"/>
              </a:defRPr>
            </a:lvl4pPr>
            <a:lvl5pPr>
              <a:defRPr sz="3225" b="1">
                <a:solidFill>
                  <a:srgbClr val="146E71"/>
                </a:solidFill>
                <a:latin typeface="Arial"/>
                <a:ea typeface="Arial"/>
                <a:cs typeface="Arial"/>
              </a:defRPr>
            </a:lvl5pPr>
            <a:lvl6pPr>
              <a:defRPr sz="3225" b="1">
                <a:solidFill>
                  <a:srgbClr val="146E71"/>
                </a:solidFill>
                <a:latin typeface="Arial"/>
                <a:ea typeface="Arial"/>
                <a:cs typeface="Arial"/>
              </a:defRPr>
            </a:lvl6pPr>
            <a:lvl7pPr>
              <a:defRPr sz="3225" b="1">
                <a:solidFill>
                  <a:srgbClr val="146E71"/>
                </a:solidFill>
                <a:latin typeface="Arial"/>
                <a:ea typeface="Arial"/>
                <a:cs typeface="Arial"/>
              </a:defRPr>
            </a:lvl7pPr>
            <a:lvl8pPr>
              <a:defRPr sz="3225" b="1">
                <a:solidFill>
                  <a:srgbClr val="146E71"/>
                </a:solidFill>
                <a:latin typeface="Arial"/>
                <a:ea typeface="Arial"/>
                <a:cs typeface="Arial"/>
              </a:defRPr>
            </a:lvl8pPr>
            <a:lvl9pPr>
              <a:defRPr sz="3225" b="1">
                <a:solidFill>
                  <a:srgbClr val="146E71"/>
                </a:solidFill>
                <a:latin typeface="Arial"/>
                <a:ea typeface="Arial"/>
                <a:cs typeface="Arial"/>
              </a:defRPr>
            </a:lvl9pPr>
          </a:lstStyle>
          <a:p xmlns:a="http://schemas.openxmlformats.org/drawingml/2006/main">
            <a:pPr>
              <a:defRPr sz="3225" b="1">
                <a:solidFill>
                  <a:srgbClr val="146E71"/>
                </a:solidFill>
                <a:latin typeface="Arial"/>
                <a:ea typeface="Arial"/>
                <a:cs typeface="Arial"/>
              </a:defRPr>
            </a:pPr>
            <a:r>
              <a:rPr sz="3225" b="1">
                <a:solidFill>
                  <a:srgbClr val="146E71"/>
                </a:solidFill>
                <a:latin typeface="Arial"/>
                <a:ea typeface="Arial"/>
                <a:cs typeface="Arial"/>
              </a:rPr>
              <a:t>39.917 seconds</a:t>
            </a:r>
          </a:p>
        </p:txBody>
      </p:sp>
      <p:sp>
        <p:nvSpPr>
          <p:cNvPr id="9" name="">
            <a:extLst xmlns:a="http://schemas.openxmlformats.org/drawingml/2006/main">
              <a:ext uri="{FF2B5EF4-FFF2-40B4-BE49-F238E27FC236}">
                <a16:creationId xmlns:a16="http://schemas.microsoft.com/office/drawing/2014/main" id="{955FF35D-AE80-4CBE-A2A1-9D92B60B05A5}"/>
              </a:ext>
            </a:extLst>
          </p:cNvPr>
          <p:cNvSpPr>
            <a:spLocks xmlns:a="http://schemas.openxmlformats.org/drawingml/2006/main" noGrp="1"/>
          </p:cNvSpPr>
          <p:nvPr/>
        </p:nvSpPr>
        <p:spPr>
          <a:xfrm xmlns:a="http://schemas.openxmlformats.org/drawingml/2006/main">
            <a:off x="5810250" y="4829175"/>
            <a:ext cx="571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83744"/>
                </a:solidFill>
                <a:latin typeface="Arial"/>
                <a:ea typeface="Arial"/>
                <a:cs typeface="Arial"/>
              </a:defRPr>
            </a:defPPr>
            <a:lvl1pPr>
              <a:defRPr sz="2025" b="0">
                <a:solidFill>
                  <a:srgbClr val="183744"/>
                </a:solidFill>
                <a:latin typeface="Arial"/>
                <a:ea typeface="Arial"/>
                <a:cs typeface="Arial"/>
              </a:defRPr>
            </a:lvl1pPr>
            <a:lvl2pPr>
              <a:defRPr sz="2025" b="0">
                <a:solidFill>
                  <a:srgbClr val="183744"/>
                </a:solidFill>
                <a:latin typeface="Arial"/>
                <a:ea typeface="Arial"/>
                <a:cs typeface="Arial"/>
              </a:defRPr>
            </a:lvl2pPr>
            <a:lvl3pPr>
              <a:defRPr sz="2025" b="0">
                <a:solidFill>
                  <a:srgbClr val="183744"/>
                </a:solidFill>
                <a:latin typeface="Arial"/>
                <a:ea typeface="Arial"/>
                <a:cs typeface="Arial"/>
              </a:defRPr>
            </a:lvl3pPr>
            <a:lvl4pPr>
              <a:defRPr sz="2025" b="0">
                <a:solidFill>
                  <a:srgbClr val="183744"/>
                </a:solidFill>
                <a:latin typeface="Arial"/>
                <a:ea typeface="Arial"/>
                <a:cs typeface="Arial"/>
              </a:defRPr>
            </a:lvl4pPr>
            <a:lvl5pPr>
              <a:defRPr sz="2025" b="0">
                <a:solidFill>
                  <a:srgbClr val="183744"/>
                </a:solidFill>
                <a:latin typeface="Arial"/>
                <a:ea typeface="Arial"/>
                <a:cs typeface="Arial"/>
              </a:defRPr>
            </a:lvl5pPr>
            <a:lvl6pPr>
              <a:defRPr sz="2025" b="0">
                <a:solidFill>
                  <a:srgbClr val="183744"/>
                </a:solidFill>
                <a:latin typeface="Arial"/>
                <a:ea typeface="Arial"/>
                <a:cs typeface="Arial"/>
              </a:defRPr>
            </a:lvl6pPr>
            <a:lvl7pPr>
              <a:defRPr sz="2025" b="0">
                <a:solidFill>
                  <a:srgbClr val="183744"/>
                </a:solidFill>
                <a:latin typeface="Arial"/>
                <a:ea typeface="Arial"/>
                <a:cs typeface="Arial"/>
              </a:defRPr>
            </a:lvl7pPr>
            <a:lvl8pPr>
              <a:defRPr sz="2025" b="0">
                <a:solidFill>
                  <a:srgbClr val="183744"/>
                </a:solidFill>
                <a:latin typeface="Arial"/>
                <a:ea typeface="Arial"/>
                <a:cs typeface="Arial"/>
              </a:defRPr>
            </a:lvl8pPr>
            <a:lvl9pPr>
              <a:defRPr sz="2025" b="0">
                <a:solidFill>
                  <a:srgbClr val="183744"/>
                </a:solidFill>
                <a:latin typeface="Arial"/>
                <a:ea typeface="Arial"/>
                <a:cs typeface="Arial"/>
              </a:defRPr>
            </a:lvl9pPr>
          </a:lstStyle>
          <a:p xmlns:a="http://schemas.openxmlformats.org/drawingml/2006/main">
            <a:pPr>
              <a:defRPr sz="2025" b="0">
                <a:solidFill>
                  <a:srgbClr val="183744"/>
                </a:solidFill>
                <a:latin typeface="Arial"/>
                <a:ea typeface="Arial"/>
                <a:cs typeface="Arial"/>
              </a:defRPr>
            </a:pPr>
            <a:r>
              <a:rPr sz="2025" b="0">
                <a:solidFill>
                  <a:srgbClr val="183744"/>
                </a:solidFill>
                <a:latin typeface="Arial"/>
                <a:ea typeface="Arial"/>
                <a:cs typeface="Arial"/>
              </a:rPr>
              <a:t>One actual planning mission. No dispatch.</a:t>
            </a:r>
          </a:p>
          <a:p xmlns:a="http://schemas.openxmlformats.org/drawingml/2006/main">
            <a:pPr>
              <a:defRPr sz="2025" b="0">
                <a:solidFill>
                  <a:srgbClr val="183744"/>
                </a:solidFill>
                <a:latin typeface="Arial"/>
                <a:ea typeface="Arial"/>
                <a:cs typeface="Arial"/>
              </a:defRPr>
            </a:pPr>
            <a:r>
              <a:rPr sz="2025" b="0">
                <a:solidFill>
                  <a:srgbClr val="183744"/>
                </a:solidFill>
                <a:latin typeface="Arial"/>
                <a:ea typeface="Arial"/>
                <a:cs typeface="Arial"/>
              </a:rPr>
              <a:t>Exact Lightning pinning remains unverified.</a:t>
            </a:r>
          </a:p>
        </p:txBody>
      </p:sp>
    </p:spTree>
    <p:extLst>
      <p:ext uri="{BB962C8B-B14F-4D97-AF65-F5344CB8AC3E}">
        <p14:creationId xmlns:p14="http://schemas.microsoft.com/office/powerpoint/2010/main" val="40806827"/>
      </p:ext>
    </p:extLst>
  </p:cSld>
</p:sld>
</file>

<file path=ppt/slides/slide7.xml><?xml version="1.0" encoding="utf-8"?>
<p:sld xmlns:p="http://schemas.openxmlformats.org/presentationml/2006/main">
  <p:cSld>
    <p:bg>
      <p:bgPr>
        <a:solidFill xmlns:a="http://schemas.openxmlformats.org/drawingml/2006/main">
          <a:srgbClr val="F4F5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2F1FDBE-525A-4B71-8D28-9D2FC0DE4B88}"/>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3744"/>
                </a:solidFill>
                <a:latin typeface="Arial"/>
                <a:ea typeface="Arial"/>
                <a:cs typeface="Arial"/>
              </a:defRPr>
            </a:defPPr>
            <a:lvl1pPr>
              <a:defRPr sz="3300" b="1">
                <a:solidFill>
                  <a:srgbClr val="183744"/>
                </a:solidFill>
                <a:latin typeface="Arial"/>
                <a:ea typeface="Arial"/>
                <a:cs typeface="Arial"/>
              </a:defRPr>
            </a:lvl1pPr>
            <a:lvl2pPr>
              <a:defRPr sz="3300" b="1">
                <a:solidFill>
                  <a:srgbClr val="183744"/>
                </a:solidFill>
                <a:latin typeface="Arial"/>
                <a:ea typeface="Arial"/>
                <a:cs typeface="Arial"/>
              </a:defRPr>
            </a:lvl2pPr>
            <a:lvl3pPr>
              <a:defRPr sz="3300" b="1">
                <a:solidFill>
                  <a:srgbClr val="183744"/>
                </a:solidFill>
                <a:latin typeface="Arial"/>
                <a:ea typeface="Arial"/>
                <a:cs typeface="Arial"/>
              </a:defRPr>
            </a:lvl3pPr>
            <a:lvl4pPr>
              <a:defRPr sz="3300" b="1">
                <a:solidFill>
                  <a:srgbClr val="183744"/>
                </a:solidFill>
                <a:latin typeface="Arial"/>
                <a:ea typeface="Arial"/>
                <a:cs typeface="Arial"/>
              </a:defRPr>
            </a:lvl4pPr>
            <a:lvl5pPr>
              <a:defRPr sz="3300" b="1">
                <a:solidFill>
                  <a:srgbClr val="183744"/>
                </a:solidFill>
                <a:latin typeface="Arial"/>
                <a:ea typeface="Arial"/>
                <a:cs typeface="Arial"/>
              </a:defRPr>
            </a:lvl5pPr>
            <a:lvl6pPr>
              <a:defRPr sz="3300" b="1">
                <a:solidFill>
                  <a:srgbClr val="183744"/>
                </a:solidFill>
                <a:latin typeface="Arial"/>
                <a:ea typeface="Arial"/>
                <a:cs typeface="Arial"/>
              </a:defRPr>
            </a:lvl6pPr>
            <a:lvl7pPr>
              <a:defRPr sz="3300" b="1">
                <a:solidFill>
                  <a:srgbClr val="183744"/>
                </a:solidFill>
                <a:latin typeface="Arial"/>
                <a:ea typeface="Arial"/>
                <a:cs typeface="Arial"/>
              </a:defRPr>
            </a:lvl7pPr>
            <a:lvl8pPr>
              <a:defRPr sz="3300" b="1">
                <a:solidFill>
                  <a:srgbClr val="183744"/>
                </a:solidFill>
                <a:latin typeface="Arial"/>
                <a:ea typeface="Arial"/>
                <a:cs typeface="Arial"/>
              </a:defRPr>
            </a:lvl8pPr>
            <a:lvl9pPr>
              <a:defRPr sz="3300" b="1">
                <a:solidFill>
                  <a:srgbClr val="183744"/>
                </a:solidFill>
                <a:latin typeface="Arial"/>
                <a:ea typeface="Arial"/>
                <a:cs typeface="Arial"/>
              </a:defRPr>
            </a:lvl9pPr>
          </a:lstStyle>
          <a:p xmlns:a="http://schemas.openxmlformats.org/drawingml/2006/main">
            <a:pPr>
              <a:defRPr sz="3300" b="1">
                <a:solidFill>
                  <a:srgbClr val="183744"/>
                </a:solidFill>
                <a:latin typeface="Arial"/>
                <a:ea typeface="Arial"/>
                <a:cs typeface="Arial"/>
              </a:defRPr>
            </a:pPr>
            <a:r>
              <a:rPr sz="3300" b="1">
                <a:solidFill>
                  <a:srgbClr val="183744"/>
                </a:solidFill>
                <a:latin typeface="Arial"/>
                <a:ea typeface="Arial"/>
                <a:cs typeface="Arial"/>
              </a:rPr>
              <a:t>Measured acceptance</a:t>
            </a:r>
          </a:p>
        </p:txBody>
      </p:sp>
      <p:sp>
        <p:nvSpPr>
          <p:cNvPr id="2" name="">
            <a:extLst xmlns:a="http://schemas.openxmlformats.org/drawingml/2006/main">
              <a:ext uri="{FF2B5EF4-FFF2-40B4-BE49-F238E27FC236}">
                <a16:creationId xmlns:a16="http://schemas.microsoft.com/office/drawing/2014/main" id="{7E47AF6B-080B-4548-96F7-E36F99B838B7}"/>
              </a:ext>
            </a:extLst>
          </p:cNvPr>
          <p:cNvSpPr>
            <a:spLocks xmlns:a="http://schemas.openxmlformats.org/drawingml/2006/main" noGrp="1"/>
          </p:cNvSpPr>
          <p:nvPr/>
        </p:nvSpPr>
        <p:spPr>
          <a:xfrm xmlns:a="http://schemas.openxmlformats.org/drawingml/2006/main">
            <a:off x="609600" y="642937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66A"/>
                </a:solidFill>
                <a:latin typeface="Arial"/>
                <a:ea typeface="Arial"/>
                <a:cs typeface="Arial"/>
              </a:defRPr>
            </a:defPPr>
            <a:lvl1pPr>
              <a:defRPr sz="1200" b="0">
                <a:solidFill>
                  <a:srgbClr val="52666A"/>
                </a:solidFill>
                <a:latin typeface="Arial"/>
                <a:ea typeface="Arial"/>
                <a:cs typeface="Arial"/>
              </a:defRPr>
            </a:lvl1pPr>
            <a:lvl2pPr>
              <a:defRPr sz="1200" b="0">
                <a:solidFill>
                  <a:srgbClr val="52666A"/>
                </a:solidFill>
                <a:latin typeface="Arial"/>
                <a:ea typeface="Arial"/>
                <a:cs typeface="Arial"/>
              </a:defRPr>
            </a:lvl2pPr>
            <a:lvl3pPr>
              <a:defRPr sz="1200" b="0">
                <a:solidFill>
                  <a:srgbClr val="52666A"/>
                </a:solidFill>
                <a:latin typeface="Arial"/>
                <a:ea typeface="Arial"/>
                <a:cs typeface="Arial"/>
              </a:defRPr>
            </a:lvl3pPr>
            <a:lvl4pPr>
              <a:defRPr sz="1200" b="0">
                <a:solidFill>
                  <a:srgbClr val="52666A"/>
                </a:solidFill>
                <a:latin typeface="Arial"/>
                <a:ea typeface="Arial"/>
                <a:cs typeface="Arial"/>
              </a:defRPr>
            </a:lvl4pPr>
            <a:lvl5pPr>
              <a:defRPr sz="1200" b="0">
                <a:solidFill>
                  <a:srgbClr val="52666A"/>
                </a:solidFill>
                <a:latin typeface="Arial"/>
                <a:ea typeface="Arial"/>
                <a:cs typeface="Arial"/>
              </a:defRPr>
            </a:lvl5pPr>
            <a:lvl6pPr>
              <a:defRPr sz="1200" b="0">
                <a:solidFill>
                  <a:srgbClr val="52666A"/>
                </a:solidFill>
                <a:latin typeface="Arial"/>
                <a:ea typeface="Arial"/>
                <a:cs typeface="Arial"/>
              </a:defRPr>
            </a:lvl6pPr>
            <a:lvl7pPr>
              <a:defRPr sz="1200" b="0">
                <a:solidFill>
                  <a:srgbClr val="52666A"/>
                </a:solidFill>
                <a:latin typeface="Arial"/>
                <a:ea typeface="Arial"/>
                <a:cs typeface="Arial"/>
              </a:defRPr>
            </a:lvl7pPr>
            <a:lvl8pPr>
              <a:defRPr sz="1200" b="0">
                <a:solidFill>
                  <a:srgbClr val="52666A"/>
                </a:solidFill>
                <a:latin typeface="Arial"/>
                <a:ea typeface="Arial"/>
                <a:cs typeface="Arial"/>
              </a:defRPr>
            </a:lvl8pPr>
            <a:lvl9pPr>
              <a:defRPr sz="1200" b="0">
                <a:solidFill>
                  <a:srgbClr val="52666A"/>
                </a:solidFill>
                <a:latin typeface="Arial"/>
                <a:ea typeface="Arial"/>
                <a:cs typeface="Arial"/>
              </a:defRPr>
            </a:lvl9pPr>
          </a:lstStyle>
          <a:p xmlns:a="http://schemas.openxmlformats.org/drawingml/2006/main">
            <a:pPr>
              <a:defRPr sz="1200" b="0">
                <a:solidFill>
                  <a:srgbClr val="52666A"/>
                </a:solidFill>
                <a:latin typeface="Arial"/>
                <a:ea typeface="Arial"/>
                <a:cs typeface="Arial"/>
              </a:defRPr>
            </a:pPr>
            <a:r>
              <a:rPr sz="1200" b="0">
                <a:solidFill>
                  <a:srgbClr val="52666A"/>
                </a:solidFill>
                <a:latin typeface="Arial"/>
                <a:ea typeface="Arial"/>
                <a:cs typeface="Arial"/>
              </a:rPr>
              <a:t>ROVER Relay / Event candidate / October 22, 2026</a:t>
            </a:r>
          </a:p>
        </p:txBody>
      </p:sp>
      <p:sp>
        <p:nvSpPr>
          <p:cNvPr id="3" name="">
            <a:extLst xmlns:a="http://schemas.openxmlformats.org/drawingml/2006/main">
              <a:ext uri="{FF2B5EF4-FFF2-40B4-BE49-F238E27FC236}">
                <a16:creationId xmlns:a16="http://schemas.microsoft.com/office/drawing/2014/main" id="{E0D7D74B-1297-4AD3-832B-04192DDD81DB}"/>
              </a:ext>
            </a:extLst>
          </p:cNvPr>
          <p:cNvSpPr>
            <a:spLocks xmlns:a="http://schemas.openxmlformats.org/drawingml/2006/main" noGrp="1"/>
          </p:cNvSpPr>
          <p:nvPr/>
        </p:nvSpPr>
        <p:spPr>
          <a:xfrm xmlns:a="http://schemas.openxmlformats.org/drawingml/2006/main">
            <a:off x="1106805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66A"/>
                </a:solidFill>
                <a:latin typeface="Arial"/>
                <a:ea typeface="Arial"/>
                <a:cs typeface="Arial"/>
              </a:defRPr>
            </a:defPPr>
            <a:lvl1pPr>
              <a:defRPr sz="1200" b="0">
                <a:solidFill>
                  <a:srgbClr val="52666A"/>
                </a:solidFill>
                <a:latin typeface="Arial"/>
                <a:ea typeface="Arial"/>
                <a:cs typeface="Arial"/>
              </a:defRPr>
            </a:lvl1pPr>
            <a:lvl2pPr>
              <a:defRPr sz="1200" b="0">
                <a:solidFill>
                  <a:srgbClr val="52666A"/>
                </a:solidFill>
                <a:latin typeface="Arial"/>
                <a:ea typeface="Arial"/>
                <a:cs typeface="Arial"/>
              </a:defRPr>
            </a:lvl2pPr>
            <a:lvl3pPr>
              <a:defRPr sz="1200" b="0">
                <a:solidFill>
                  <a:srgbClr val="52666A"/>
                </a:solidFill>
                <a:latin typeface="Arial"/>
                <a:ea typeface="Arial"/>
                <a:cs typeface="Arial"/>
              </a:defRPr>
            </a:lvl3pPr>
            <a:lvl4pPr>
              <a:defRPr sz="1200" b="0">
                <a:solidFill>
                  <a:srgbClr val="52666A"/>
                </a:solidFill>
                <a:latin typeface="Arial"/>
                <a:ea typeface="Arial"/>
                <a:cs typeface="Arial"/>
              </a:defRPr>
            </a:lvl4pPr>
            <a:lvl5pPr>
              <a:defRPr sz="1200" b="0">
                <a:solidFill>
                  <a:srgbClr val="52666A"/>
                </a:solidFill>
                <a:latin typeface="Arial"/>
                <a:ea typeface="Arial"/>
                <a:cs typeface="Arial"/>
              </a:defRPr>
            </a:lvl5pPr>
            <a:lvl6pPr>
              <a:defRPr sz="1200" b="0">
                <a:solidFill>
                  <a:srgbClr val="52666A"/>
                </a:solidFill>
                <a:latin typeface="Arial"/>
                <a:ea typeface="Arial"/>
                <a:cs typeface="Arial"/>
              </a:defRPr>
            </a:lvl6pPr>
            <a:lvl7pPr>
              <a:defRPr sz="1200" b="0">
                <a:solidFill>
                  <a:srgbClr val="52666A"/>
                </a:solidFill>
                <a:latin typeface="Arial"/>
                <a:ea typeface="Arial"/>
                <a:cs typeface="Arial"/>
              </a:defRPr>
            </a:lvl7pPr>
            <a:lvl8pPr>
              <a:defRPr sz="1200" b="0">
                <a:solidFill>
                  <a:srgbClr val="52666A"/>
                </a:solidFill>
                <a:latin typeface="Arial"/>
                <a:ea typeface="Arial"/>
                <a:cs typeface="Arial"/>
              </a:defRPr>
            </a:lvl8pPr>
            <a:lvl9pPr>
              <a:defRPr sz="1200" b="0">
                <a:solidFill>
                  <a:srgbClr val="52666A"/>
                </a:solidFill>
                <a:latin typeface="Arial"/>
                <a:ea typeface="Arial"/>
                <a:cs typeface="Arial"/>
              </a:defRPr>
            </a:lvl9pPr>
          </a:lstStyle>
          <a:p xmlns:a="http://schemas.openxmlformats.org/drawingml/2006/main">
            <a:pPr>
              <a:defRPr sz="1200" b="0">
                <a:solidFill>
                  <a:srgbClr val="52666A"/>
                </a:solidFill>
                <a:latin typeface="Arial"/>
                <a:ea typeface="Arial"/>
                <a:cs typeface="Arial"/>
              </a:defRPr>
            </a:pPr>
            <a:r>
              <a:rPr sz="1200" b="0">
                <a:solidFill>
                  <a:srgbClr val="52666A"/>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AD6F4751-2C06-428B-9AD0-E3351936565C}"/>
              </a:ext>
            </a:extLst>
          </p:cNvPr>
          <p:cNvSpPr>
            <a:spLocks xmlns:a="http://schemas.openxmlformats.org/drawingml/2006/main" noGrp="1"/>
          </p:cNvSpPr>
          <p:nvPr/>
        </p:nvSpPr>
        <p:spPr>
          <a:xfrm xmlns:a="http://schemas.openxmlformats.org/drawingml/2006/main">
            <a:off x="609600" y="16859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00" b="1">
                <a:solidFill>
                  <a:srgbClr val="146E71"/>
                </a:solidFill>
                <a:latin typeface="Arial"/>
                <a:ea typeface="Arial"/>
                <a:cs typeface="Arial"/>
              </a:defRPr>
            </a:defPPr>
            <a:lvl1pPr>
              <a:defRPr sz="4200" b="1">
                <a:solidFill>
                  <a:srgbClr val="146E71"/>
                </a:solidFill>
                <a:latin typeface="Arial"/>
                <a:ea typeface="Arial"/>
                <a:cs typeface="Arial"/>
              </a:defRPr>
            </a:lvl1pPr>
            <a:lvl2pPr>
              <a:defRPr sz="4200" b="1">
                <a:solidFill>
                  <a:srgbClr val="146E71"/>
                </a:solidFill>
                <a:latin typeface="Arial"/>
                <a:ea typeface="Arial"/>
                <a:cs typeface="Arial"/>
              </a:defRPr>
            </a:lvl2pPr>
            <a:lvl3pPr>
              <a:defRPr sz="4200" b="1">
                <a:solidFill>
                  <a:srgbClr val="146E71"/>
                </a:solidFill>
                <a:latin typeface="Arial"/>
                <a:ea typeface="Arial"/>
                <a:cs typeface="Arial"/>
              </a:defRPr>
            </a:lvl3pPr>
            <a:lvl4pPr>
              <a:defRPr sz="4200" b="1">
                <a:solidFill>
                  <a:srgbClr val="146E71"/>
                </a:solidFill>
                <a:latin typeface="Arial"/>
                <a:ea typeface="Arial"/>
                <a:cs typeface="Arial"/>
              </a:defRPr>
            </a:lvl4pPr>
            <a:lvl5pPr>
              <a:defRPr sz="4200" b="1">
                <a:solidFill>
                  <a:srgbClr val="146E71"/>
                </a:solidFill>
                <a:latin typeface="Arial"/>
                <a:ea typeface="Arial"/>
                <a:cs typeface="Arial"/>
              </a:defRPr>
            </a:lvl5pPr>
            <a:lvl6pPr>
              <a:defRPr sz="4200" b="1">
                <a:solidFill>
                  <a:srgbClr val="146E71"/>
                </a:solidFill>
                <a:latin typeface="Arial"/>
                <a:ea typeface="Arial"/>
                <a:cs typeface="Arial"/>
              </a:defRPr>
            </a:lvl6pPr>
            <a:lvl7pPr>
              <a:defRPr sz="4200" b="1">
                <a:solidFill>
                  <a:srgbClr val="146E71"/>
                </a:solidFill>
                <a:latin typeface="Arial"/>
                <a:ea typeface="Arial"/>
                <a:cs typeface="Arial"/>
              </a:defRPr>
            </a:lvl7pPr>
            <a:lvl8pPr>
              <a:defRPr sz="4200" b="1">
                <a:solidFill>
                  <a:srgbClr val="146E71"/>
                </a:solidFill>
                <a:latin typeface="Arial"/>
                <a:ea typeface="Arial"/>
                <a:cs typeface="Arial"/>
              </a:defRPr>
            </a:lvl8pPr>
            <a:lvl9pPr>
              <a:defRPr sz="4200" b="1">
                <a:solidFill>
                  <a:srgbClr val="146E71"/>
                </a:solidFill>
                <a:latin typeface="Arial"/>
                <a:ea typeface="Arial"/>
                <a:cs typeface="Arial"/>
              </a:defRPr>
            </a:lvl9pPr>
          </a:lstStyle>
          <a:p xmlns:a="http://schemas.openxmlformats.org/drawingml/2006/main">
            <a:pPr>
              <a:defRPr sz="4200" b="1">
                <a:solidFill>
                  <a:srgbClr val="146E71"/>
                </a:solidFill>
                <a:latin typeface="Arial"/>
                <a:ea typeface="Arial"/>
                <a:cs typeface="Arial"/>
              </a:defRPr>
            </a:pPr>
            <a:r>
              <a:rPr sz="4200" b="1">
                <a:solidFill>
                  <a:srgbClr val="146E71"/>
                </a:solidFill>
                <a:latin typeface="Arial"/>
                <a:ea typeface="Arial"/>
                <a:cs typeface="Arial"/>
              </a:rPr>
              <a:t>21 public gates pass</a:t>
            </a:r>
          </a:p>
        </p:txBody>
      </p:sp>
      <p:sp>
        <p:nvSpPr>
          <p:cNvPr id="5" name="">
            <a:extLst xmlns:a="http://schemas.openxmlformats.org/drawingml/2006/main">
              <a:ext uri="{FF2B5EF4-FFF2-40B4-BE49-F238E27FC236}">
                <a16:creationId xmlns:a16="http://schemas.microsoft.com/office/drawing/2014/main" id="{FEDDBA37-D0E4-45A0-8276-EF614B17D887}"/>
              </a:ext>
            </a:extLst>
          </p:cNvPr>
          <p:cNvSpPr>
            <a:spLocks xmlns:a="http://schemas.openxmlformats.org/drawingml/2006/main" noGrp="1"/>
          </p:cNvSpPr>
          <p:nvPr/>
        </p:nvSpPr>
        <p:spPr>
          <a:xfrm xmlns:a="http://schemas.openxmlformats.org/drawingml/2006/main">
            <a:off x="609600" y="3067050"/>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0">
                <a:solidFill>
                  <a:srgbClr val="183744"/>
                </a:solidFill>
                <a:latin typeface="Arial"/>
                <a:ea typeface="Arial"/>
                <a:cs typeface="Arial"/>
              </a:defRPr>
            </a:defPPr>
            <a:lvl1pPr>
              <a:defRPr sz="2625" b="0">
                <a:solidFill>
                  <a:srgbClr val="183744"/>
                </a:solidFill>
                <a:latin typeface="Arial"/>
                <a:ea typeface="Arial"/>
                <a:cs typeface="Arial"/>
              </a:defRPr>
            </a:lvl1pPr>
            <a:lvl2pPr>
              <a:defRPr sz="2625" b="0">
                <a:solidFill>
                  <a:srgbClr val="183744"/>
                </a:solidFill>
                <a:latin typeface="Arial"/>
                <a:ea typeface="Arial"/>
                <a:cs typeface="Arial"/>
              </a:defRPr>
            </a:lvl2pPr>
            <a:lvl3pPr>
              <a:defRPr sz="2625" b="0">
                <a:solidFill>
                  <a:srgbClr val="183744"/>
                </a:solidFill>
                <a:latin typeface="Arial"/>
                <a:ea typeface="Arial"/>
                <a:cs typeface="Arial"/>
              </a:defRPr>
            </a:lvl3pPr>
            <a:lvl4pPr>
              <a:defRPr sz="2625" b="0">
                <a:solidFill>
                  <a:srgbClr val="183744"/>
                </a:solidFill>
                <a:latin typeface="Arial"/>
                <a:ea typeface="Arial"/>
                <a:cs typeface="Arial"/>
              </a:defRPr>
            </a:lvl4pPr>
            <a:lvl5pPr>
              <a:defRPr sz="2625" b="0">
                <a:solidFill>
                  <a:srgbClr val="183744"/>
                </a:solidFill>
                <a:latin typeface="Arial"/>
                <a:ea typeface="Arial"/>
                <a:cs typeface="Arial"/>
              </a:defRPr>
            </a:lvl5pPr>
            <a:lvl6pPr>
              <a:defRPr sz="2625" b="0">
                <a:solidFill>
                  <a:srgbClr val="183744"/>
                </a:solidFill>
                <a:latin typeface="Arial"/>
                <a:ea typeface="Arial"/>
                <a:cs typeface="Arial"/>
              </a:defRPr>
            </a:lvl6pPr>
            <a:lvl7pPr>
              <a:defRPr sz="2625" b="0">
                <a:solidFill>
                  <a:srgbClr val="183744"/>
                </a:solidFill>
                <a:latin typeface="Arial"/>
                <a:ea typeface="Arial"/>
                <a:cs typeface="Arial"/>
              </a:defRPr>
            </a:lvl7pPr>
            <a:lvl8pPr>
              <a:defRPr sz="2625" b="0">
                <a:solidFill>
                  <a:srgbClr val="183744"/>
                </a:solidFill>
                <a:latin typeface="Arial"/>
                <a:ea typeface="Arial"/>
                <a:cs typeface="Arial"/>
              </a:defRPr>
            </a:lvl8pPr>
            <a:lvl9pPr>
              <a:defRPr sz="2625" b="0">
                <a:solidFill>
                  <a:srgbClr val="183744"/>
                </a:solidFill>
                <a:latin typeface="Arial"/>
                <a:ea typeface="Arial"/>
                <a:cs typeface="Arial"/>
              </a:defRPr>
            </a:lvl9pPr>
          </a:lstStyle>
          <a:p xmlns:a="http://schemas.openxmlformats.org/drawingml/2006/main">
            <a:pPr>
              <a:defRPr sz="2625" b="0">
                <a:solidFill>
                  <a:srgbClr val="183744"/>
                </a:solidFill>
                <a:latin typeface="Arial"/>
                <a:ea typeface="Arial"/>
                <a:cs typeface="Arial"/>
              </a:defRPr>
            </a:pPr>
            <a:r>
              <a:rPr sz="2625" b="0">
                <a:solidFill>
                  <a:srgbClr val="183744"/>
                </a:solidFill>
                <a:latin typeface="Arial"/>
                <a:ea typeface="Arial"/>
                <a:cs typeface="Arial"/>
              </a:rPr>
              <a:t>114 application tests</a:t>
            </a:r>
          </a:p>
          <a:p xmlns:a="http://schemas.openxmlformats.org/drawingml/2006/main">
            <a:pPr>
              <a:defRPr sz="2625" b="0">
                <a:solidFill>
                  <a:srgbClr val="183744"/>
                </a:solidFill>
                <a:latin typeface="Arial"/>
                <a:ea typeface="Arial"/>
                <a:cs typeface="Arial"/>
              </a:defRPr>
            </a:pPr>
            <a:r>
              <a:rPr sz="2625" b="0">
                <a:solidFill>
                  <a:srgbClr val="183744"/>
                </a:solidFill>
                <a:latin typeface="Arial"/>
                <a:ea typeface="Arial"/>
                <a:cs typeface="Arial"/>
              </a:rPr>
              <a:t>14 actual PostgreSQL checks</a:t>
            </a:r>
          </a:p>
          <a:p xmlns:a="http://schemas.openxmlformats.org/drawingml/2006/main">
            <a:pPr>
              <a:defRPr sz="2625" b="0">
                <a:solidFill>
                  <a:srgbClr val="183744"/>
                </a:solidFill>
                <a:latin typeface="Arial"/>
                <a:ea typeface="Arial"/>
                <a:cs typeface="Arial"/>
              </a:defRPr>
            </a:pPr>
            <a:r>
              <a:rPr sz="2625" b="0">
                <a:solidFill>
                  <a:srgbClr val="183744"/>
                </a:solidFill>
                <a:latin typeface="Arial"/>
                <a:ea typeface="Arial"/>
                <a:cs typeface="Arial"/>
              </a:rPr>
              <a:t>13 upstream H-MEM checks</a:t>
            </a:r>
          </a:p>
        </p:txBody>
      </p:sp>
      <p:sp>
        <p:nvSpPr>
          <p:cNvPr id="6" name="">
            <a:extLst xmlns:a="http://schemas.openxmlformats.org/drawingml/2006/main">
              <a:ext uri="{FF2B5EF4-FFF2-40B4-BE49-F238E27FC236}">
                <a16:creationId xmlns:a16="http://schemas.microsoft.com/office/drawing/2014/main" id="{2BFF45E9-D658-44FA-BCEB-255A543DF7F2}"/>
              </a:ext>
            </a:extLst>
          </p:cNvPr>
          <p:cNvSpPr>
            <a:spLocks xmlns:a="http://schemas.openxmlformats.org/drawingml/2006/main" noGrp="1"/>
          </p:cNvSpPr>
          <p:nvPr/>
        </p:nvSpPr>
        <p:spPr>
          <a:xfrm xmlns:a="http://schemas.openxmlformats.org/drawingml/2006/main">
            <a:off x="609600" y="528637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83744"/>
                </a:solidFill>
                <a:latin typeface="Arial"/>
                <a:ea typeface="Arial"/>
                <a:cs typeface="Arial"/>
              </a:defRPr>
            </a:defPPr>
            <a:lvl1pPr>
              <a:defRPr sz="2025" b="0">
                <a:solidFill>
                  <a:srgbClr val="183744"/>
                </a:solidFill>
                <a:latin typeface="Arial"/>
                <a:ea typeface="Arial"/>
                <a:cs typeface="Arial"/>
              </a:defRPr>
            </a:lvl1pPr>
            <a:lvl2pPr>
              <a:defRPr sz="2025" b="0">
                <a:solidFill>
                  <a:srgbClr val="183744"/>
                </a:solidFill>
                <a:latin typeface="Arial"/>
                <a:ea typeface="Arial"/>
                <a:cs typeface="Arial"/>
              </a:defRPr>
            </a:lvl2pPr>
            <a:lvl3pPr>
              <a:defRPr sz="2025" b="0">
                <a:solidFill>
                  <a:srgbClr val="183744"/>
                </a:solidFill>
                <a:latin typeface="Arial"/>
                <a:ea typeface="Arial"/>
                <a:cs typeface="Arial"/>
              </a:defRPr>
            </a:lvl3pPr>
            <a:lvl4pPr>
              <a:defRPr sz="2025" b="0">
                <a:solidFill>
                  <a:srgbClr val="183744"/>
                </a:solidFill>
                <a:latin typeface="Arial"/>
                <a:ea typeface="Arial"/>
                <a:cs typeface="Arial"/>
              </a:defRPr>
            </a:lvl4pPr>
            <a:lvl5pPr>
              <a:defRPr sz="2025" b="0">
                <a:solidFill>
                  <a:srgbClr val="183744"/>
                </a:solidFill>
                <a:latin typeface="Arial"/>
                <a:ea typeface="Arial"/>
                <a:cs typeface="Arial"/>
              </a:defRPr>
            </a:lvl5pPr>
            <a:lvl6pPr>
              <a:defRPr sz="2025" b="0">
                <a:solidFill>
                  <a:srgbClr val="183744"/>
                </a:solidFill>
                <a:latin typeface="Arial"/>
                <a:ea typeface="Arial"/>
                <a:cs typeface="Arial"/>
              </a:defRPr>
            </a:lvl6pPr>
            <a:lvl7pPr>
              <a:defRPr sz="2025" b="0">
                <a:solidFill>
                  <a:srgbClr val="183744"/>
                </a:solidFill>
                <a:latin typeface="Arial"/>
                <a:ea typeface="Arial"/>
                <a:cs typeface="Arial"/>
              </a:defRPr>
            </a:lvl7pPr>
            <a:lvl8pPr>
              <a:defRPr sz="2025" b="0">
                <a:solidFill>
                  <a:srgbClr val="183744"/>
                </a:solidFill>
                <a:latin typeface="Arial"/>
                <a:ea typeface="Arial"/>
                <a:cs typeface="Arial"/>
              </a:defRPr>
            </a:lvl8pPr>
            <a:lvl9pPr>
              <a:defRPr sz="2025" b="0">
                <a:solidFill>
                  <a:srgbClr val="183744"/>
                </a:solidFill>
                <a:latin typeface="Arial"/>
                <a:ea typeface="Arial"/>
                <a:cs typeface="Arial"/>
              </a:defRPr>
            </a:lvl9pPr>
          </a:lstStyle>
          <a:p xmlns:a="http://schemas.openxmlformats.org/drawingml/2006/main">
            <a:pPr>
              <a:defRPr sz="2025" b="0">
                <a:solidFill>
                  <a:srgbClr val="183744"/>
                </a:solidFill>
                <a:latin typeface="Arial"/>
                <a:ea typeface="Arial"/>
                <a:cs typeface="Arial"/>
              </a:defRPr>
            </a:pPr>
            <a:r>
              <a:rPr sz="2025" b="0">
                <a:solidFill>
                  <a:srgbClr val="183744"/>
                </a:solidFill>
                <a:latin typeface="Arial"/>
                <a:ea typeface="Arial"/>
                <a:cs typeface="Arial"/>
              </a:rPr>
              <a:t>Three private ROVER gates remain deferred.</a:t>
            </a:r>
          </a:p>
          <a:p xmlns:a="http://schemas.openxmlformats.org/drawingml/2006/main">
            <a:pPr>
              <a:defRPr sz="2025" b="0">
                <a:solidFill>
                  <a:srgbClr val="183744"/>
                </a:solidFill>
                <a:latin typeface="Arial"/>
                <a:ea typeface="Arial"/>
                <a:cs typeface="Arial"/>
              </a:defRPr>
            </a:pPr>
            <a:r>
              <a:rPr sz="2025" b="0">
                <a:solidFill>
                  <a:srgbClr val="183744"/>
                </a:solidFill>
                <a:latin typeface="Arial"/>
                <a:ea typeface="Arial"/>
                <a:cs typeface="Arial"/>
              </a:rPr>
              <a:t>Controlled tests and actual sponsor runs retain separate labels.</a:t>
            </a:r>
          </a:p>
        </p:txBody>
      </p:sp>
    </p:spTree>
    <p:extLst>
      <p:ext uri="{BB962C8B-B14F-4D97-AF65-F5344CB8AC3E}">
        <p14:creationId xmlns:p14="http://schemas.microsoft.com/office/powerpoint/2010/main" val="1472910159"/>
      </p:ext>
    </p:extLst>
  </p:cSld>
</p:sld>
</file>

<file path=ppt/slides/slide8.xml><?xml version="1.0" encoding="utf-8"?>
<p:sld xmlns:p="http://schemas.openxmlformats.org/presentationml/2006/main">
  <p:cSld>
    <p:bg>
      <p:bgPr>
        <a:solidFill xmlns:a="http://schemas.openxmlformats.org/drawingml/2006/main">
          <a:srgbClr val="F4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4FFFE1-F888-4853-AA8A-2F1AC582ED89}"/>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3744"/>
                </a:solidFill>
                <a:latin typeface="Arial"/>
                <a:ea typeface="Arial"/>
                <a:cs typeface="Arial"/>
              </a:defRPr>
            </a:defPPr>
            <a:lvl1pPr>
              <a:defRPr sz="3300" b="1">
                <a:solidFill>
                  <a:srgbClr val="183744"/>
                </a:solidFill>
                <a:latin typeface="Arial"/>
                <a:ea typeface="Arial"/>
                <a:cs typeface="Arial"/>
              </a:defRPr>
            </a:lvl1pPr>
            <a:lvl2pPr>
              <a:defRPr sz="3300" b="1">
                <a:solidFill>
                  <a:srgbClr val="183744"/>
                </a:solidFill>
                <a:latin typeface="Arial"/>
                <a:ea typeface="Arial"/>
                <a:cs typeface="Arial"/>
              </a:defRPr>
            </a:lvl2pPr>
            <a:lvl3pPr>
              <a:defRPr sz="3300" b="1">
                <a:solidFill>
                  <a:srgbClr val="183744"/>
                </a:solidFill>
                <a:latin typeface="Arial"/>
                <a:ea typeface="Arial"/>
                <a:cs typeface="Arial"/>
              </a:defRPr>
            </a:lvl3pPr>
            <a:lvl4pPr>
              <a:defRPr sz="3300" b="1">
                <a:solidFill>
                  <a:srgbClr val="183744"/>
                </a:solidFill>
                <a:latin typeface="Arial"/>
                <a:ea typeface="Arial"/>
                <a:cs typeface="Arial"/>
              </a:defRPr>
            </a:lvl4pPr>
            <a:lvl5pPr>
              <a:defRPr sz="3300" b="1">
                <a:solidFill>
                  <a:srgbClr val="183744"/>
                </a:solidFill>
                <a:latin typeface="Arial"/>
                <a:ea typeface="Arial"/>
                <a:cs typeface="Arial"/>
              </a:defRPr>
            </a:lvl5pPr>
            <a:lvl6pPr>
              <a:defRPr sz="3300" b="1">
                <a:solidFill>
                  <a:srgbClr val="183744"/>
                </a:solidFill>
                <a:latin typeface="Arial"/>
                <a:ea typeface="Arial"/>
                <a:cs typeface="Arial"/>
              </a:defRPr>
            </a:lvl6pPr>
            <a:lvl7pPr>
              <a:defRPr sz="3300" b="1">
                <a:solidFill>
                  <a:srgbClr val="183744"/>
                </a:solidFill>
                <a:latin typeface="Arial"/>
                <a:ea typeface="Arial"/>
                <a:cs typeface="Arial"/>
              </a:defRPr>
            </a:lvl7pPr>
            <a:lvl8pPr>
              <a:defRPr sz="3300" b="1">
                <a:solidFill>
                  <a:srgbClr val="183744"/>
                </a:solidFill>
                <a:latin typeface="Arial"/>
                <a:ea typeface="Arial"/>
                <a:cs typeface="Arial"/>
              </a:defRPr>
            </a:lvl8pPr>
            <a:lvl9pPr>
              <a:defRPr sz="3300" b="1">
                <a:solidFill>
                  <a:srgbClr val="183744"/>
                </a:solidFill>
                <a:latin typeface="Arial"/>
                <a:ea typeface="Arial"/>
                <a:cs typeface="Arial"/>
              </a:defRPr>
            </a:lvl9pPr>
          </a:lstStyle>
          <a:p xmlns:a="http://schemas.openxmlformats.org/drawingml/2006/main">
            <a:pPr>
              <a:defRPr sz="3300" b="1">
                <a:solidFill>
                  <a:srgbClr val="183744"/>
                </a:solidFill>
                <a:latin typeface="Arial"/>
                <a:ea typeface="Arial"/>
                <a:cs typeface="Arial"/>
              </a:defRPr>
            </a:pPr>
            <a:r>
              <a:rPr sz="3300" b="1">
                <a:solidFill>
                  <a:srgbClr val="183744"/>
                </a:solidFill>
                <a:latin typeface="Arial"/>
                <a:ea typeface="Arial"/>
                <a:cs typeface="Arial"/>
              </a:rPr>
              <a:t>Prior work and event work</a:t>
            </a:r>
          </a:p>
        </p:txBody>
      </p:sp>
      <p:sp>
        <p:nvSpPr>
          <p:cNvPr id="2" name="">
            <a:extLst xmlns:a="http://schemas.openxmlformats.org/drawingml/2006/main">
              <a:ext uri="{FF2B5EF4-FFF2-40B4-BE49-F238E27FC236}">
                <a16:creationId xmlns:a16="http://schemas.microsoft.com/office/drawing/2014/main" id="{F83064EE-3C38-4097-9FB1-E330A64F0AC9}"/>
              </a:ext>
            </a:extLst>
          </p:cNvPr>
          <p:cNvSpPr>
            <a:spLocks xmlns:a="http://schemas.openxmlformats.org/drawingml/2006/main" noGrp="1"/>
          </p:cNvSpPr>
          <p:nvPr/>
        </p:nvSpPr>
        <p:spPr>
          <a:xfrm xmlns:a="http://schemas.openxmlformats.org/drawingml/2006/main">
            <a:off x="609600" y="642937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66A"/>
                </a:solidFill>
                <a:latin typeface="Arial"/>
                <a:ea typeface="Arial"/>
                <a:cs typeface="Arial"/>
              </a:defRPr>
            </a:defPPr>
            <a:lvl1pPr>
              <a:defRPr sz="1200" b="0">
                <a:solidFill>
                  <a:srgbClr val="52666A"/>
                </a:solidFill>
                <a:latin typeface="Arial"/>
                <a:ea typeface="Arial"/>
                <a:cs typeface="Arial"/>
              </a:defRPr>
            </a:lvl1pPr>
            <a:lvl2pPr>
              <a:defRPr sz="1200" b="0">
                <a:solidFill>
                  <a:srgbClr val="52666A"/>
                </a:solidFill>
                <a:latin typeface="Arial"/>
                <a:ea typeface="Arial"/>
                <a:cs typeface="Arial"/>
              </a:defRPr>
            </a:lvl2pPr>
            <a:lvl3pPr>
              <a:defRPr sz="1200" b="0">
                <a:solidFill>
                  <a:srgbClr val="52666A"/>
                </a:solidFill>
                <a:latin typeface="Arial"/>
                <a:ea typeface="Arial"/>
                <a:cs typeface="Arial"/>
              </a:defRPr>
            </a:lvl3pPr>
            <a:lvl4pPr>
              <a:defRPr sz="1200" b="0">
                <a:solidFill>
                  <a:srgbClr val="52666A"/>
                </a:solidFill>
                <a:latin typeface="Arial"/>
                <a:ea typeface="Arial"/>
                <a:cs typeface="Arial"/>
              </a:defRPr>
            </a:lvl4pPr>
            <a:lvl5pPr>
              <a:defRPr sz="1200" b="0">
                <a:solidFill>
                  <a:srgbClr val="52666A"/>
                </a:solidFill>
                <a:latin typeface="Arial"/>
                <a:ea typeface="Arial"/>
                <a:cs typeface="Arial"/>
              </a:defRPr>
            </a:lvl5pPr>
            <a:lvl6pPr>
              <a:defRPr sz="1200" b="0">
                <a:solidFill>
                  <a:srgbClr val="52666A"/>
                </a:solidFill>
                <a:latin typeface="Arial"/>
                <a:ea typeface="Arial"/>
                <a:cs typeface="Arial"/>
              </a:defRPr>
            </a:lvl6pPr>
            <a:lvl7pPr>
              <a:defRPr sz="1200" b="0">
                <a:solidFill>
                  <a:srgbClr val="52666A"/>
                </a:solidFill>
                <a:latin typeface="Arial"/>
                <a:ea typeface="Arial"/>
                <a:cs typeface="Arial"/>
              </a:defRPr>
            </a:lvl7pPr>
            <a:lvl8pPr>
              <a:defRPr sz="1200" b="0">
                <a:solidFill>
                  <a:srgbClr val="52666A"/>
                </a:solidFill>
                <a:latin typeface="Arial"/>
                <a:ea typeface="Arial"/>
                <a:cs typeface="Arial"/>
              </a:defRPr>
            </a:lvl8pPr>
            <a:lvl9pPr>
              <a:defRPr sz="1200" b="0">
                <a:solidFill>
                  <a:srgbClr val="52666A"/>
                </a:solidFill>
                <a:latin typeface="Arial"/>
                <a:ea typeface="Arial"/>
                <a:cs typeface="Arial"/>
              </a:defRPr>
            </a:lvl9pPr>
          </a:lstStyle>
          <a:p xmlns:a="http://schemas.openxmlformats.org/drawingml/2006/main">
            <a:pPr>
              <a:defRPr sz="1200" b="0">
                <a:solidFill>
                  <a:srgbClr val="52666A"/>
                </a:solidFill>
                <a:latin typeface="Arial"/>
                <a:ea typeface="Arial"/>
                <a:cs typeface="Arial"/>
              </a:defRPr>
            </a:pPr>
            <a:r>
              <a:rPr sz="1200" b="0">
                <a:solidFill>
                  <a:srgbClr val="52666A"/>
                </a:solidFill>
                <a:latin typeface="Arial"/>
                <a:ea typeface="Arial"/>
                <a:cs typeface="Arial"/>
              </a:rPr>
              <a:t>ROVER Relay / Event candidate / October 22, 2026</a:t>
            </a:r>
          </a:p>
        </p:txBody>
      </p:sp>
      <p:sp>
        <p:nvSpPr>
          <p:cNvPr id="3" name="">
            <a:extLst xmlns:a="http://schemas.openxmlformats.org/drawingml/2006/main">
              <a:ext uri="{FF2B5EF4-FFF2-40B4-BE49-F238E27FC236}">
                <a16:creationId xmlns:a16="http://schemas.microsoft.com/office/drawing/2014/main" id="{67BBB943-72AC-437D-868F-B80AB14767E6}"/>
              </a:ext>
            </a:extLst>
          </p:cNvPr>
          <p:cNvSpPr>
            <a:spLocks xmlns:a="http://schemas.openxmlformats.org/drawingml/2006/main" noGrp="1"/>
          </p:cNvSpPr>
          <p:nvPr/>
        </p:nvSpPr>
        <p:spPr>
          <a:xfrm xmlns:a="http://schemas.openxmlformats.org/drawingml/2006/main">
            <a:off x="1106805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66A"/>
                </a:solidFill>
                <a:latin typeface="Arial"/>
                <a:ea typeface="Arial"/>
                <a:cs typeface="Arial"/>
              </a:defRPr>
            </a:defPPr>
            <a:lvl1pPr>
              <a:defRPr sz="1200" b="0">
                <a:solidFill>
                  <a:srgbClr val="52666A"/>
                </a:solidFill>
                <a:latin typeface="Arial"/>
                <a:ea typeface="Arial"/>
                <a:cs typeface="Arial"/>
              </a:defRPr>
            </a:lvl1pPr>
            <a:lvl2pPr>
              <a:defRPr sz="1200" b="0">
                <a:solidFill>
                  <a:srgbClr val="52666A"/>
                </a:solidFill>
                <a:latin typeface="Arial"/>
                <a:ea typeface="Arial"/>
                <a:cs typeface="Arial"/>
              </a:defRPr>
            </a:lvl2pPr>
            <a:lvl3pPr>
              <a:defRPr sz="1200" b="0">
                <a:solidFill>
                  <a:srgbClr val="52666A"/>
                </a:solidFill>
                <a:latin typeface="Arial"/>
                <a:ea typeface="Arial"/>
                <a:cs typeface="Arial"/>
              </a:defRPr>
            </a:lvl3pPr>
            <a:lvl4pPr>
              <a:defRPr sz="1200" b="0">
                <a:solidFill>
                  <a:srgbClr val="52666A"/>
                </a:solidFill>
                <a:latin typeface="Arial"/>
                <a:ea typeface="Arial"/>
                <a:cs typeface="Arial"/>
              </a:defRPr>
            </a:lvl4pPr>
            <a:lvl5pPr>
              <a:defRPr sz="1200" b="0">
                <a:solidFill>
                  <a:srgbClr val="52666A"/>
                </a:solidFill>
                <a:latin typeface="Arial"/>
                <a:ea typeface="Arial"/>
                <a:cs typeface="Arial"/>
              </a:defRPr>
            </a:lvl5pPr>
            <a:lvl6pPr>
              <a:defRPr sz="1200" b="0">
                <a:solidFill>
                  <a:srgbClr val="52666A"/>
                </a:solidFill>
                <a:latin typeface="Arial"/>
                <a:ea typeface="Arial"/>
                <a:cs typeface="Arial"/>
              </a:defRPr>
            </a:lvl6pPr>
            <a:lvl7pPr>
              <a:defRPr sz="1200" b="0">
                <a:solidFill>
                  <a:srgbClr val="52666A"/>
                </a:solidFill>
                <a:latin typeface="Arial"/>
                <a:ea typeface="Arial"/>
                <a:cs typeface="Arial"/>
              </a:defRPr>
            </a:lvl7pPr>
            <a:lvl8pPr>
              <a:defRPr sz="1200" b="0">
                <a:solidFill>
                  <a:srgbClr val="52666A"/>
                </a:solidFill>
                <a:latin typeface="Arial"/>
                <a:ea typeface="Arial"/>
                <a:cs typeface="Arial"/>
              </a:defRPr>
            </a:lvl8pPr>
            <a:lvl9pPr>
              <a:defRPr sz="1200" b="0">
                <a:solidFill>
                  <a:srgbClr val="52666A"/>
                </a:solidFill>
                <a:latin typeface="Arial"/>
                <a:ea typeface="Arial"/>
                <a:cs typeface="Arial"/>
              </a:defRPr>
            </a:lvl9pPr>
          </a:lstStyle>
          <a:p xmlns:a="http://schemas.openxmlformats.org/drawingml/2006/main">
            <a:pPr>
              <a:defRPr sz="1200" b="0">
                <a:solidFill>
                  <a:srgbClr val="52666A"/>
                </a:solidFill>
                <a:latin typeface="Arial"/>
                <a:ea typeface="Arial"/>
                <a:cs typeface="Arial"/>
              </a:defRPr>
            </a:pPr>
            <a:r>
              <a:rPr sz="1200" b="0">
                <a:solidFill>
                  <a:srgbClr val="52666A"/>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3C56AE01-EE7D-44DF-AEC3-0D7959332176}"/>
              </a:ext>
            </a:extLst>
          </p:cNvPr>
          <p:cNvSpPr>
            <a:spLocks xmlns:a="http://schemas.openxmlformats.org/drawingml/2006/main" noGrp="1"/>
          </p:cNvSpPr>
          <p:nvPr/>
        </p:nvSpPr>
        <p:spPr>
          <a:xfrm xmlns:a="http://schemas.openxmlformats.org/drawingml/2006/main">
            <a:off x="609600" y="16668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146E71"/>
                </a:solidFill>
                <a:latin typeface="Arial"/>
                <a:ea typeface="Arial"/>
                <a:cs typeface="Arial"/>
              </a:defRPr>
            </a:defPPr>
            <a:lvl1pPr>
              <a:defRPr sz="2550" b="1">
                <a:solidFill>
                  <a:srgbClr val="146E71"/>
                </a:solidFill>
                <a:latin typeface="Arial"/>
                <a:ea typeface="Arial"/>
                <a:cs typeface="Arial"/>
              </a:defRPr>
            </a:lvl1pPr>
            <a:lvl2pPr>
              <a:defRPr sz="2550" b="1">
                <a:solidFill>
                  <a:srgbClr val="146E71"/>
                </a:solidFill>
                <a:latin typeface="Arial"/>
                <a:ea typeface="Arial"/>
                <a:cs typeface="Arial"/>
              </a:defRPr>
            </a:lvl2pPr>
            <a:lvl3pPr>
              <a:defRPr sz="2550" b="1">
                <a:solidFill>
                  <a:srgbClr val="146E71"/>
                </a:solidFill>
                <a:latin typeface="Arial"/>
                <a:ea typeface="Arial"/>
                <a:cs typeface="Arial"/>
              </a:defRPr>
            </a:lvl3pPr>
            <a:lvl4pPr>
              <a:defRPr sz="2550" b="1">
                <a:solidFill>
                  <a:srgbClr val="146E71"/>
                </a:solidFill>
                <a:latin typeface="Arial"/>
                <a:ea typeface="Arial"/>
                <a:cs typeface="Arial"/>
              </a:defRPr>
            </a:lvl4pPr>
            <a:lvl5pPr>
              <a:defRPr sz="2550" b="1">
                <a:solidFill>
                  <a:srgbClr val="146E71"/>
                </a:solidFill>
                <a:latin typeface="Arial"/>
                <a:ea typeface="Arial"/>
                <a:cs typeface="Arial"/>
              </a:defRPr>
            </a:lvl5pPr>
            <a:lvl6pPr>
              <a:defRPr sz="2550" b="1">
                <a:solidFill>
                  <a:srgbClr val="146E71"/>
                </a:solidFill>
                <a:latin typeface="Arial"/>
                <a:ea typeface="Arial"/>
                <a:cs typeface="Arial"/>
              </a:defRPr>
            </a:lvl6pPr>
            <a:lvl7pPr>
              <a:defRPr sz="2550" b="1">
                <a:solidFill>
                  <a:srgbClr val="146E71"/>
                </a:solidFill>
                <a:latin typeface="Arial"/>
                <a:ea typeface="Arial"/>
                <a:cs typeface="Arial"/>
              </a:defRPr>
            </a:lvl7pPr>
            <a:lvl8pPr>
              <a:defRPr sz="2550" b="1">
                <a:solidFill>
                  <a:srgbClr val="146E71"/>
                </a:solidFill>
                <a:latin typeface="Arial"/>
                <a:ea typeface="Arial"/>
                <a:cs typeface="Arial"/>
              </a:defRPr>
            </a:lvl8pPr>
            <a:lvl9pPr>
              <a:defRPr sz="2550" b="1">
                <a:solidFill>
                  <a:srgbClr val="146E71"/>
                </a:solidFill>
                <a:latin typeface="Arial"/>
                <a:ea typeface="Arial"/>
                <a:cs typeface="Arial"/>
              </a:defRPr>
            </a:lvl9pPr>
          </a:lstStyle>
          <a:p xmlns:a="http://schemas.openxmlformats.org/drawingml/2006/main">
            <a:pPr>
              <a:defRPr sz="2550" b="1">
                <a:solidFill>
                  <a:srgbClr val="146E71"/>
                </a:solidFill>
                <a:latin typeface="Arial"/>
                <a:ea typeface="Arial"/>
                <a:cs typeface="Arial"/>
              </a:defRPr>
            </a:pPr>
            <a:r>
              <a:rPr sz="2550" b="1">
                <a:solidFill>
                  <a:srgbClr val="146E71"/>
                </a:solidFill>
                <a:latin typeface="Arial"/>
                <a:ea typeface="Arial"/>
                <a:cs typeface="Arial"/>
              </a:rPr>
              <a:t>Declared prior work</a:t>
            </a:r>
          </a:p>
        </p:txBody>
      </p:sp>
      <p:sp>
        <p:nvSpPr>
          <p:cNvPr id="5" name="">
            <a:extLst xmlns:a="http://schemas.openxmlformats.org/drawingml/2006/main">
              <a:ext uri="{FF2B5EF4-FFF2-40B4-BE49-F238E27FC236}">
                <a16:creationId xmlns:a16="http://schemas.microsoft.com/office/drawing/2014/main" id="{E810A6A3-6151-4EE3-806C-26D39CDE35E4}"/>
              </a:ext>
            </a:extLst>
          </p:cNvPr>
          <p:cNvSpPr>
            <a:spLocks xmlns:a="http://schemas.openxmlformats.org/drawingml/2006/main" noGrp="1"/>
          </p:cNvSpPr>
          <p:nvPr/>
        </p:nvSpPr>
        <p:spPr>
          <a:xfrm xmlns:a="http://schemas.openxmlformats.org/drawingml/2006/main">
            <a:off x="609600" y="239077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83744"/>
                </a:solidFill>
                <a:latin typeface="Arial"/>
                <a:ea typeface="Arial"/>
                <a:cs typeface="Arial"/>
              </a:defRPr>
            </a:defPPr>
            <a:lvl1pPr>
              <a:defRPr sz="2250" b="0">
                <a:solidFill>
                  <a:srgbClr val="183744"/>
                </a:solidFill>
                <a:latin typeface="Arial"/>
                <a:ea typeface="Arial"/>
                <a:cs typeface="Arial"/>
              </a:defRPr>
            </a:lvl1pPr>
            <a:lvl2pPr>
              <a:defRPr sz="2250" b="0">
                <a:solidFill>
                  <a:srgbClr val="183744"/>
                </a:solidFill>
                <a:latin typeface="Arial"/>
                <a:ea typeface="Arial"/>
                <a:cs typeface="Arial"/>
              </a:defRPr>
            </a:lvl2pPr>
            <a:lvl3pPr>
              <a:defRPr sz="2250" b="0">
                <a:solidFill>
                  <a:srgbClr val="183744"/>
                </a:solidFill>
                <a:latin typeface="Arial"/>
                <a:ea typeface="Arial"/>
                <a:cs typeface="Arial"/>
              </a:defRPr>
            </a:lvl3pPr>
            <a:lvl4pPr>
              <a:defRPr sz="2250" b="0">
                <a:solidFill>
                  <a:srgbClr val="183744"/>
                </a:solidFill>
                <a:latin typeface="Arial"/>
                <a:ea typeface="Arial"/>
                <a:cs typeface="Arial"/>
              </a:defRPr>
            </a:lvl4pPr>
            <a:lvl5pPr>
              <a:defRPr sz="2250" b="0">
                <a:solidFill>
                  <a:srgbClr val="183744"/>
                </a:solidFill>
                <a:latin typeface="Arial"/>
                <a:ea typeface="Arial"/>
                <a:cs typeface="Arial"/>
              </a:defRPr>
            </a:lvl5pPr>
            <a:lvl6pPr>
              <a:defRPr sz="2250" b="0">
                <a:solidFill>
                  <a:srgbClr val="183744"/>
                </a:solidFill>
                <a:latin typeface="Arial"/>
                <a:ea typeface="Arial"/>
                <a:cs typeface="Arial"/>
              </a:defRPr>
            </a:lvl6pPr>
            <a:lvl7pPr>
              <a:defRPr sz="2250" b="0">
                <a:solidFill>
                  <a:srgbClr val="183744"/>
                </a:solidFill>
                <a:latin typeface="Arial"/>
                <a:ea typeface="Arial"/>
                <a:cs typeface="Arial"/>
              </a:defRPr>
            </a:lvl7pPr>
            <a:lvl8pPr>
              <a:defRPr sz="2250" b="0">
                <a:solidFill>
                  <a:srgbClr val="183744"/>
                </a:solidFill>
                <a:latin typeface="Arial"/>
                <a:ea typeface="Arial"/>
                <a:cs typeface="Arial"/>
              </a:defRPr>
            </a:lvl8pPr>
            <a:lvl9pPr>
              <a:defRPr sz="2250" b="0">
                <a:solidFill>
                  <a:srgbClr val="183744"/>
                </a:solidFill>
                <a:latin typeface="Arial"/>
                <a:ea typeface="Arial"/>
                <a:cs typeface="Arial"/>
              </a:defRPr>
            </a:lvl9pPr>
          </a:lstStyle>
          <a:p xmlns:a="http://schemas.openxmlformats.org/drawingml/2006/main">
            <a:pPr>
              <a:defRPr sz="2250" b="0">
                <a:solidFill>
                  <a:srgbClr val="183744"/>
                </a:solidFill>
                <a:latin typeface="Arial"/>
                <a:ea typeface="Arial"/>
                <a:cs typeface="Arial"/>
              </a:defRPr>
            </a:pPr>
            <a:r>
              <a:rPr sz="2250" b="0">
                <a:solidFill>
                  <a:srgbClr val="183744"/>
                </a:solidFill>
                <a:latin typeface="Arial"/>
                <a:ea typeface="Arial"/>
                <a:cs typeface="Arial"/>
              </a:rPr>
              <a:t>Entire protected baseline, including H-MEM integration.</a:t>
            </a:r>
          </a:p>
          <a:p xmlns:a="http://schemas.openxmlformats.org/drawingml/2006/main">
            <a:pPr>
              <a:defRPr sz="2250" b="0">
                <a:solidFill>
                  <a:srgbClr val="183744"/>
                </a:solidFill>
                <a:latin typeface="Arial"/>
                <a:ea typeface="Arial"/>
                <a:cs typeface="Arial"/>
              </a:defRPr>
            </a:pPr>
            <a:r>
              <a:rPr sz="2250" b="0">
                <a:solidFill>
                  <a:srgbClr val="183744"/>
                </a:solidFill>
                <a:latin typeface="Arial"/>
                <a:ea typeface="Arial"/>
                <a:cs typeface="Arial"/>
              </a:rPr>
              <a:t>Inherited source integration retains its original provenance.</a:t>
            </a:r>
          </a:p>
        </p:txBody>
      </p:sp>
      <p:sp>
        <p:nvSpPr>
          <p:cNvPr id="6" name="">
            <a:extLst xmlns:a="http://schemas.openxmlformats.org/drawingml/2006/main">
              <a:ext uri="{FF2B5EF4-FFF2-40B4-BE49-F238E27FC236}">
                <a16:creationId xmlns:a16="http://schemas.microsoft.com/office/drawing/2014/main" id="{D11060AE-63DC-4DC8-8ACC-2CC54920AC4E}"/>
              </a:ext>
            </a:extLst>
          </p:cNvPr>
          <p:cNvSpPr>
            <a:spLocks xmlns:a="http://schemas.openxmlformats.org/drawingml/2006/main" noGrp="1"/>
          </p:cNvSpPr>
          <p:nvPr/>
        </p:nvSpPr>
        <p:spPr>
          <a:xfrm xmlns:a="http://schemas.openxmlformats.org/drawingml/2006/main">
            <a:off x="609600" y="40481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146E71"/>
                </a:solidFill>
                <a:latin typeface="Arial"/>
                <a:ea typeface="Arial"/>
                <a:cs typeface="Arial"/>
              </a:defRPr>
            </a:defPPr>
            <a:lvl1pPr>
              <a:defRPr sz="2550" b="1">
                <a:solidFill>
                  <a:srgbClr val="146E71"/>
                </a:solidFill>
                <a:latin typeface="Arial"/>
                <a:ea typeface="Arial"/>
                <a:cs typeface="Arial"/>
              </a:defRPr>
            </a:lvl1pPr>
            <a:lvl2pPr>
              <a:defRPr sz="2550" b="1">
                <a:solidFill>
                  <a:srgbClr val="146E71"/>
                </a:solidFill>
                <a:latin typeface="Arial"/>
                <a:ea typeface="Arial"/>
                <a:cs typeface="Arial"/>
              </a:defRPr>
            </a:lvl2pPr>
            <a:lvl3pPr>
              <a:defRPr sz="2550" b="1">
                <a:solidFill>
                  <a:srgbClr val="146E71"/>
                </a:solidFill>
                <a:latin typeface="Arial"/>
                <a:ea typeface="Arial"/>
                <a:cs typeface="Arial"/>
              </a:defRPr>
            </a:lvl3pPr>
            <a:lvl4pPr>
              <a:defRPr sz="2550" b="1">
                <a:solidFill>
                  <a:srgbClr val="146E71"/>
                </a:solidFill>
                <a:latin typeface="Arial"/>
                <a:ea typeface="Arial"/>
                <a:cs typeface="Arial"/>
              </a:defRPr>
            </a:lvl4pPr>
            <a:lvl5pPr>
              <a:defRPr sz="2550" b="1">
                <a:solidFill>
                  <a:srgbClr val="146E71"/>
                </a:solidFill>
                <a:latin typeface="Arial"/>
                <a:ea typeface="Arial"/>
                <a:cs typeface="Arial"/>
              </a:defRPr>
            </a:lvl5pPr>
            <a:lvl6pPr>
              <a:defRPr sz="2550" b="1">
                <a:solidFill>
                  <a:srgbClr val="146E71"/>
                </a:solidFill>
                <a:latin typeface="Arial"/>
                <a:ea typeface="Arial"/>
                <a:cs typeface="Arial"/>
              </a:defRPr>
            </a:lvl6pPr>
            <a:lvl7pPr>
              <a:defRPr sz="2550" b="1">
                <a:solidFill>
                  <a:srgbClr val="146E71"/>
                </a:solidFill>
                <a:latin typeface="Arial"/>
                <a:ea typeface="Arial"/>
                <a:cs typeface="Arial"/>
              </a:defRPr>
            </a:lvl7pPr>
            <a:lvl8pPr>
              <a:defRPr sz="2550" b="1">
                <a:solidFill>
                  <a:srgbClr val="146E71"/>
                </a:solidFill>
                <a:latin typeface="Arial"/>
                <a:ea typeface="Arial"/>
                <a:cs typeface="Arial"/>
              </a:defRPr>
            </a:lvl8pPr>
            <a:lvl9pPr>
              <a:defRPr sz="2550" b="1">
                <a:solidFill>
                  <a:srgbClr val="146E71"/>
                </a:solidFill>
                <a:latin typeface="Arial"/>
                <a:ea typeface="Arial"/>
                <a:cs typeface="Arial"/>
              </a:defRPr>
            </a:lvl9pPr>
          </a:lstStyle>
          <a:p xmlns:a="http://schemas.openxmlformats.org/drawingml/2006/main">
            <a:pPr>
              <a:defRPr sz="2550" b="1">
                <a:solidFill>
                  <a:srgbClr val="146E71"/>
                </a:solidFill>
                <a:latin typeface="Arial"/>
                <a:ea typeface="Arial"/>
                <a:cs typeface="Arial"/>
              </a:defRPr>
            </a:pPr>
            <a:r>
              <a:rPr sz="2550" b="1">
                <a:solidFill>
                  <a:srgbClr val="146E71"/>
                </a:solidFill>
                <a:latin typeface="Arial"/>
                <a:ea typeface="Arial"/>
                <a:cs typeface="Arial"/>
              </a:rPr>
              <a:t>Codex event work</a:t>
            </a:r>
          </a:p>
        </p:txBody>
      </p:sp>
      <p:sp>
        <p:nvSpPr>
          <p:cNvPr id="7" name="">
            <a:extLst xmlns:a="http://schemas.openxmlformats.org/drawingml/2006/main">
              <a:ext uri="{FF2B5EF4-FFF2-40B4-BE49-F238E27FC236}">
                <a16:creationId xmlns:a16="http://schemas.microsoft.com/office/drawing/2014/main" id="{966504AB-0608-4395-9872-56B9706101E2}"/>
              </a:ext>
            </a:extLst>
          </p:cNvPr>
          <p:cNvSpPr>
            <a:spLocks xmlns:a="http://schemas.openxmlformats.org/drawingml/2006/main" noGrp="1"/>
          </p:cNvSpPr>
          <p:nvPr/>
        </p:nvSpPr>
        <p:spPr>
          <a:xfrm xmlns:a="http://schemas.openxmlformats.org/drawingml/2006/main">
            <a:off x="609600" y="4772025"/>
            <a:ext cx="1066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83744"/>
                </a:solidFill>
                <a:latin typeface="Arial"/>
                <a:ea typeface="Arial"/>
                <a:cs typeface="Arial"/>
              </a:defRPr>
            </a:defPPr>
            <a:lvl1pPr>
              <a:defRPr sz="2175" b="0">
                <a:solidFill>
                  <a:srgbClr val="183744"/>
                </a:solidFill>
                <a:latin typeface="Arial"/>
                <a:ea typeface="Arial"/>
                <a:cs typeface="Arial"/>
              </a:defRPr>
            </a:lvl1pPr>
            <a:lvl2pPr>
              <a:defRPr sz="2175" b="0">
                <a:solidFill>
                  <a:srgbClr val="183744"/>
                </a:solidFill>
                <a:latin typeface="Arial"/>
                <a:ea typeface="Arial"/>
                <a:cs typeface="Arial"/>
              </a:defRPr>
            </a:lvl2pPr>
            <a:lvl3pPr>
              <a:defRPr sz="2175" b="0">
                <a:solidFill>
                  <a:srgbClr val="183744"/>
                </a:solidFill>
                <a:latin typeface="Arial"/>
                <a:ea typeface="Arial"/>
                <a:cs typeface="Arial"/>
              </a:defRPr>
            </a:lvl3pPr>
            <a:lvl4pPr>
              <a:defRPr sz="2175" b="0">
                <a:solidFill>
                  <a:srgbClr val="183744"/>
                </a:solidFill>
                <a:latin typeface="Arial"/>
                <a:ea typeface="Arial"/>
                <a:cs typeface="Arial"/>
              </a:defRPr>
            </a:lvl4pPr>
            <a:lvl5pPr>
              <a:defRPr sz="2175" b="0">
                <a:solidFill>
                  <a:srgbClr val="183744"/>
                </a:solidFill>
                <a:latin typeface="Arial"/>
                <a:ea typeface="Arial"/>
                <a:cs typeface="Arial"/>
              </a:defRPr>
            </a:lvl5pPr>
            <a:lvl6pPr>
              <a:defRPr sz="2175" b="0">
                <a:solidFill>
                  <a:srgbClr val="183744"/>
                </a:solidFill>
                <a:latin typeface="Arial"/>
                <a:ea typeface="Arial"/>
                <a:cs typeface="Arial"/>
              </a:defRPr>
            </a:lvl6pPr>
            <a:lvl7pPr>
              <a:defRPr sz="2175" b="0">
                <a:solidFill>
                  <a:srgbClr val="183744"/>
                </a:solidFill>
                <a:latin typeface="Arial"/>
                <a:ea typeface="Arial"/>
                <a:cs typeface="Arial"/>
              </a:defRPr>
            </a:lvl7pPr>
            <a:lvl8pPr>
              <a:defRPr sz="2175" b="0">
                <a:solidFill>
                  <a:srgbClr val="183744"/>
                </a:solidFill>
                <a:latin typeface="Arial"/>
                <a:ea typeface="Arial"/>
                <a:cs typeface="Arial"/>
              </a:defRPr>
            </a:lvl8pPr>
            <a:lvl9pPr>
              <a:defRPr sz="2175" b="0">
                <a:solidFill>
                  <a:srgbClr val="183744"/>
                </a:solidFill>
                <a:latin typeface="Arial"/>
                <a:ea typeface="Arial"/>
                <a:cs typeface="Arial"/>
              </a:defRPr>
            </a:lvl9pPr>
          </a:lstStyle>
          <a:p xmlns:a="http://schemas.openxmlformats.org/drawingml/2006/main">
            <a:pPr>
              <a:defRPr sz="2175" b="0">
                <a:solidFill>
                  <a:srgbClr val="183744"/>
                </a:solidFill>
                <a:latin typeface="Arial"/>
                <a:ea typeface="Arial"/>
                <a:cs typeface="Arial"/>
              </a:defRPr>
            </a:pPr>
            <a:r>
              <a:rPr sz="2175" b="0">
                <a:solidFill>
                  <a:srgbClr val="183744"/>
                </a:solidFill>
                <a:latin typeface="Arial"/>
                <a:ea typeface="Arial"/>
                <a:cs typeface="Arial"/>
              </a:rPr>
              <a:t>Clarification, bounded tools, semantic repair, Nightshift proof,</a:t>
            </a:r>
          </a:p>
          <a:p xmlns:a="http://schemas.openxmlformats.org/drawingml/2006/main">
            <a:pPr>
              <a:defRPr sz="2175" b="0">
                <a:solidFill>
                  <a:srgbClr val="183744"/>
                </a:solidFill>
                <a:latin typeface="Arial"/>
                <a:ea typeface="Arial"/>
                <a:cs typeface="Arial"/>
              </a:defRPr>
            </a:pPr>
            <a:r>
              <a:rPr sz="2175" b="0">
                <a:solidFill>
                  <a:srgbClr val="183744"/>
                </a:solidFill>
                <a:latin typeface="Arial"/>
                <a:ea typeface="Arial"/>
                <a:cs typeface="Arial"/>
              </a:rPr>
              <a:t>memory safety, atomic approval, browser workflow and evaluation.</a:t>
            </a:r>
          </a:p>
        </p:txBody>
      </p:sp>
    </p:spTree>
    <p:extLst>
      <p:ext uri="{BB962C8B-B14F-4D97-AF65-F5344CB8AC3E}">
        <p14:creationId xmlns:p14="http://schemas.microsoft.com/office/powerpoint/2010/main" val="1529566748"/>
      </p:ext>
    </p:extLst>
  </p:cSld>
</p:sld>
</file>

<file path=ppt/slides/slide9.xml><?xml version="1.0" encoding="utf-8"?>
<p:sld xmlns:p="http://schemas.openxmlformats.org/presentationml/2006/main">
  <p:cSld>
    <p:bg>
      <p:bgPr>
        <a:solidFill xmlns:a="http://schemas.openxmlformats.org/drawingml/2006/main">
          <a:srgbClr val="112E3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FDF47D2-9C33-4B03-B399-EDA6292191E8}"/>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4F5EE"/>
                </a:solidFill>
                <a:latin typeface="Arial"/>
                <a:ea typeface="Arial"/>
                <a:cs typeface="Arial"/>
              </a:defRPr>
            </a:defPPr>
            <a:lvl1pPr>
              <a:defRPr sz="3300" b="1">
                <a:solidFill>
                  <a:srgbClr val="F4F5EE"/>
                </a:solidFill>
                <a:latin typeface="Arial"/>
                <a:ea typeface="Arial"/>
                <a:cs typeface="Arial"/>
              </a:defRPr>
            </a:lvl1pPr>
            <a:lvl2pPr>
              <a:defRPr sz="3300" b="1">
                <a:solidFill>
                  <a:srgbClr val="F4F5EE"/>
                </a:solidFill>
                <a:latin typeface="Arial"/>
                <a:ea typeface="Arial"/>
                <a:cs typeface="Arial"/>
              </a:defRPr>
            </a:lvl2pPr>
            <a:lvl3pPr>
              <a:defRPr sz="3300" b="1">
                <a:solidFill>
                  <a:srgbClr val="F4F5EE"/>
                </a:solidFill>
                <a:latin typeface="Arial"/>
                <a:ea typeface="Arial"/>
                <a:cs typeface="Arial"/>
              </a:defRPr>
            </a:lvl3pPr>
            <a:lvl4pPr>
              <a:defRPr sz="3300" b="1">
                <a:solidFill>
                  <a:srgbClr val="F4F5EE"/>
                </a:solidFill>
                <a:latin typeface="Arial"/>
                <a:ea typeface="Arial"/>
                <a:cs typeface="Arial"/>
              </a:defRPr>
            </a:lvl4pPr>
            <a:lvl5pPr>
              <a:defRPr sz="3300" b="1">
                <a:solidFill>
                  <a:srgbClr val="F4F5EE"/>
                </a:solidFill>
                <a:latin typeface="Arial"/>
                <a:ea typeface="Arial"/>
                <a:cs typeface="Arial"/>
              </a:defRPr>
            </a:lvl5pPr>
            <a:lvl6pPr>
              <a:defRPr sz="3300" b="1">
                <a:solidFill>
                  <a:srgbClr val="F4F5EE"/>
                </a:solidFill>
                <a:latin typeface="Arial"/>
                <a:ea typeface="Arial"/>
                <a:cs typeface="Arial"/>
              </a:defRPr>
            </a:lvl6pPr>
            <a:lvl7pPr>
              <a:defRPr sz="3300" b="1">
                <a:solidFill>
                  <a:srgbClr val="F4F5EE"/>
                </a:solidFill>
                <a:latin typeface="Arial"/>
                <a:ea typeface="Arial"/>
                <a:cs typeface="Arial"/>
              </a:defRPr>
            </a:lvl7pPr>
            <a:lvl8pPr>
              <a:defRPr sz="3300" b="1">
                <a:solidFill>
                  <a:srgbClr val="F4F5EE"/>
                </a:solidFill>
                <a:latin typeface="Arial"/>
                <a:ea typeface="Arial"/>
                <a:cs typeface="Arial"/>
              </a:defRPr>
            </a:lvl8pPr>
            <a:lvl9pPr>
              <a:defRPr sz="3300" b="1">
                <a:solidFill>
                  <a:srgbClr val="F4F5EE"/>
                </a:solidFill>
                <a:latin typeface="Arial"/>
                <a:ea typeface="Arial"/>
                <a:cs typeface="Arial"/>
              </a:defRPr>
            </a:lvl9pPr>
          </a:lstStyle>
          <a:p xmlns:a="http://schemas.openxmlformats.org/drawingml/2006/main">
            <a:pPr>
              <a:defRPr sz="3300" b="1">
                <a:solidFill>
                  <a:srgbClr val="F4F5EE"/>
                </a:solidFill>
                <a:latin typeface="Arial"/>
                <a:ea typeface="Arial"/>
                <a:cs typeface="Arial"/>
              </a:defRPr>
            </a:pPr>
            <a:r>
              <a:rPr sz="3300" b="1">
                <a:solidFill>
                  <a:srgbClr val="F4F5EE"/>
                </a:solidFill>
                <a:latin typeface="Arial"/>
                <a:ea typeface="Arial"/>
                <a:cs typeface="Arial"/>
              </a:rPr>
              <a:t>Future ROVER integration</a:t>
            </a:r>
          </a:p>
        </p:txBody>
      </p:sp>
      <p:sp>
        <p:nvSpPr>
          <p:cNvPr id="2" name="">
            <a:extLst xmlns:a="http://schemas.openxmlformats.org/drawingml/2006/main">
              <a:ext uri="{FF2B5EF4-FFF2-40B4-BE49-F238E27FC236}">
                <a16:creationId xmlns:a16="http://schemas.microsoft.com/office/drawing/2014/main" id="{3F8C8EA4-30CA-4D7C-8F98-99A3E86E87D3}"/>
              </a:ext>
            </a:extLst>
          </p:cNvPr>
          <p:cNvSpPr>
            <a:spLocks xmlns:a="http://schemas.openxmlformats.org/drawingml/2006/main" noGrp="1"/>
          </p:cNvSpPr>
          <p:nvPr/>
        </p:nvSpPr>
        <p:spPr>
          <a:xfrm xmlns:a="http://schemas.openxmlformats.org/drawingml/2006/main">
            <a:off x="609600" y="642937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C4D3CD"/>
                </a:solidFill>
                <a:latin typeface="Arial"/>
                <a:ea typeface="Arial"/>
                <a:cs typeface="Arial"/>
              </a:defRPr>
            </a:defPPr>
            <a:lvl1pPr>
              <a:defRPr sz="1200" b="0">
                <a:solidFill>
                  <a:srgbClr val="C4D3CD"/>
                </a:solidFill>
                <a:latin typeface="Arial"/>
                <a:ea typeface="Arial"/>
                <a:cs typeface="Arial"/>
              </a:defRPr>
            </a:lvl1pPr>
            <a:lvl2pPr>
              <a:defRPr sz="1200" b="0">
                <a:solidFill>
                  <a:srgbClr val="C4D3CD"/>
                </a:solidFill>
                <a:latin typeface="Arial"/>
                <a:ea typeface="Arial"/>
                <a:cs typeface="Arial"/>
              </a:defRPr>
            </a:lvl2pPr>
            <a:lvl3pPr>
              <a:defRPr sz="1200" b="0">
                <a:solidFill>
                  <a:srgbClr val="C4D3CD"/>
                </a:solidFill>
                <a:latin typeface="Arial"/>
                <a:ea typeface="Arial"/>
                <a:cs typeface="Arial"/>
              </a:defRPr>
            </a:lvl3pPr>
            <a:lvl4pPr>
              <a:defRPr sz="1200" b="0">
                <a:solidFill>
                  <a:srgbClr val="C4D3CD"/>
                </a:solidFill>
                <a:latin typeface="Arial"/>
                <a:ea typeface="Arial"/>
                <a:cs typeface="Arial"/>
              </a:defRPr>
            </a:lvl4pPr>
            <a:lvl5pPr>
              <a:defRPr sz="1200" b="0">
                <a:solidFill>
                  <a:srgbClr val="C4D3CD"/>
                </a:solidFill>
                <a:latin typeface="Arial"/>
                <a:ea typeface="Arial"/>
                <a:cs typeface="Arial"/>
              </a:defRPr>
            </a:lvl5pPr>
            <a:lvl6pPr>
              <a:defRPr sz="1200" b="0">
                <a:solidFill>
                  <a:srgbClr val="C4D3CD"/>
                </a:solidFill>
                <a:latin typeface="Arial"/>
                <a:ea typeface="Arial"/>
                <a:cs typeface="Arial"/>
              </a:defRPr>
            </a:lvl6pPr>
            <a:lvl7pPr>
              <a:defRPr sz="1200" b="0">
                <a:solidFill>
                  <a:srgbClr val="C4D3CD"/>
                </a:solidFill>
                <a:latin typeface="Arial"/>
                <a:ea typeface="Arial"/>
                <a:cs typeface="Arial"/>
              </a:defRPr>
            </a:lvl7pPr>
            <a:lvl8pPr>
              <a:defRPr sz="1200" b="0">
                <a:solidFill>
                  <a:srgbClr val="C4D3CD"/>
                </a:solidFill>
                <a:latin typeface="Arial"/>
                <a:ea typeface="Arial"/>
                <a:cs typeface="Arial"/>
              </a:defRPr>
            </a:lvl8pPr>
            <a:lvl9pPr>
              <a:defRPr sz="1200" b="0">
                <a:solidFill>
                  <a:srgbClr val="C4D3CD"/>
                </a:solidFill>
                <a:latin typeface="Arial"/>
                <a:ea typeface="Arial"/>
                <a:cs typeface="Arial"/>
              </a:defRPr>
            </a:lvl9pPr>
          </a:lstStyle>
          <a:p xmlns:a="http://schemas.openxmlformats.org/drawingml/2006/main">
            <a:pPr>
              <a:defRPr sz="1200" b="0">
                <a:solidFill>
                  <a:srgbClr val="C4D3CD"/>
                </a:solidFill>
                <a:latin typeface="Arial"/>
                <a:ea typeface="Arial"/>
                <a:cs typeface="Arial"/>
              </a:defRPr>
            </a:pPr>
            <a:r>
              <a:rPr sz="1200" b="0">
                <a:solidFill>
                  <a:srgbClr val="C4D3CD"/>
                </a:solidFill>
                <a:latin typeface="Arial"/>
                <a:ea typeface="Arial"/>
                <a:cs typeface="Arial"/>
              </a:rPr>
              <a:t>ROVER Relay / Event candidate / October 22, 2026</a:t>
            </a:r>
          </a:p>
        </p:txBody>
      </p:sp>
      <p:sp>
        <p:nvSpPr>
          <p:cNvPr id="3" name="">
            <a:extLst xmlns:a="http://schemas.openxmlformats.org/drawingml/2006/main">
              <a:ext uri="{FF2B5EF4-FFF2-40B4-BE49-F238E27FC236}">
                <a16:creationId xmlns:a16="http://schemas.microsoft.com/office/drawing/2014/main" id="{94D88319-69E3-4BAB-9512-6FE7EAE2157F}"/>
              </a:ext>
            </a:extLst>
          </p:cNvPr>
          <p:cNvSpPr>
            <a:spLocks xmlns:a="http://schemas.openxmlformats.org/drawingml/2006/main" noGrp="1"/>
          </p:cNvSpPr>
          <p:nvPr/>
        </p:nvSpPr>
        <p:spPr>
          <a:xfrm xmlns:a="http://schemas.openxmlformats.org/drawingml/2006/main">
            <a:off x="1106805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C4D3CD"/>
                </a:solidFill>
                <a:latin typeface="Arial"/>
                <a:ea typeface="Arial"/>
                <a:cs typeface="Arial"/>
              </a:defRPr>
            </a:defPPr>
            <a:lvl1pPr>
              <a:defRPr sz="1200" b="0">
                <a:solidFill>
                  <a:srgbClr val="C4D3CD"/>
                </a:solidFill>
                <a:latin typeface="Arial"/>
                <a:ea typeface="Arial"/>
                <a:cs typeface="Arial"/>
              </a:defRPr>
            </a:lvl1pPr>
            <a:lvl2pPr>
              <a:defRPr sz="1200" b="0">
                <a:solidFill>
                  <a:srgbClr val="C4D3CD"/>
                </a:solidFill>
                <a:latin typeface="Arial"/>
                <a:ea typeface="Arial"/>
                <a:cs typeface="Arial"/>
              </a:defRPr>
            </a:lvl2pPr>
            <a:lvl3pPr>
              <a:defRPr sz="1200" b="0">
                <a:solidFill>
                  <a:srgbClr val="C4D3CD"/>
                </a:solidFill>
                <a:latin typeface="Arial"/>
                <a:ea typeface="Arial"/>
                <a:cs typeface="Arial"/>
              </a:defRPr>
            </a:lvl3pPr>
            <a:lvl4pPr>
              <a:defRPr sz="1200" b="0">
                <a:solidFill>
                  <a:srgbClr val="C4D3CD"/>
                </a:solidFill>
                <a:latin typeface="Arial"/>
                <a:ea typeface="Arial"/>
                <a:cs typeface="Arial"/>
              </a:defRPr>
            </a:lvl4pPr>
            <a:lvl5pPr>
              <a:defRPr sz="1200" b="0">
                <a:solidFill>
                  <a:srgbClr val="C4D3CD"/>
                </a:solidFill>
                <a:latin typeface="Arial"/>
                <a:ea typeface="Arial"/>
                <a:cs typeface="Arial"/>
              </a:defRPr>
            </a:lvl5pPr>
            <a:lvl6pPr>
              <a:defRPr sz="1200" b="0">
                <a:solidFill>
                  <a:srgbClr val="C4D3CD"/>
                </a:solidFill>
                <a:latin typeface="Arial"/>
                <a:ea typeface="Arial"/>
                <a:cs typeface="Arial"/>
              </a:defRPr>
            </a:lvl6pPr>
            <a:lvl7pPr>
              <a:defRPr sz="1200" b="0">
                <a:solidFill>
                  <a:srgbClr val="C4D3CD"/>
                </a:solidFill>
                <a:latin typeface="Arial"/>
                <a:ea typeface="Arial"/>
                <a:cs typeface="Arial"/>
              </a:defRPr>
            </a:lvl7pPr>
            <a:lvl8pPr>
              <a:defRPr sz="1200" b="0">
                <a:solidFill>
                  <a:srgbClr val="C4D3CD"/>
                </a:solidFill>
                <a:latin typeface="Arial"/>
                <a:ea typeface="Arial"/>
                <a:cs typeface="Arial"/>
              </a:defRPr>
            </a:lvl8pPr>
            <a:lvl9pPr>
              <a:defRPr sz="1200" b="0">
                <a:solidFill>
                  <a:srgbClr val="C4D3CD"/>
                </a:solidFill>
                <a:latin typeface="Arial"/>
                <a:ea typeface="Arial"/>
                <a:cs typeface="Arial"/>
              </a:defRPr>
            </a:lvl9pPr>
          </a:lstStyle>
          <a:p xmlns:a="http://schemas.openxmlformats.org/drawingml/2006/main">
            <a:pPr>
              <a:defRPr sz="1200" b="0">
                <a:solidFill>
                  <a:srgbClr val="C4D3CD"/>
                </a:solidFill>
                <a:latin typeface="Arial"/>
                <a:ea typeface="Arial"/>
                <a:cs typeface="Arial"/>
              </a:defRPr>
            </a:pPr>
            <a:r>
              <a:rPr sz="1200" b="0">
                <a:solidFill>
                  <a:srgbClr val="C4D3CD"/>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1EA34470-0524-43AC-B8BE-FC5D91DA1743}"/>
              </a:ext>
            </a:extLst>
          </p:cNvPr>
          <p:cNvSpPr>
            <a:spLocks xmlns:a="http://schemas.openxmlformats.org/drawingml/2006/main" noGrp="1"/>
          </p:cNvSpPr>
          <p:nvPr/>
        </p:nvSpPr>
        <p:spPr>
          <a:xfrm xmlns:a="http://schemas.openxmlformats.org/drawingml/2006/main">
            <a:off x="609600" y="18383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75" b="1">
                <a:solidFill>
                  <a:srgbClr val="F4F5EE"/>
                </a:solidFill>
                <a:latin typeface="Arial"/>
                <a:ea typeface="Arial"/>
                <a:cs typeface="Arial"/>
              </a:defRPr>
            </a:defPPr>
            <a:lvl1pPr>
              <a:defRPr sz="3375" b="1">
                <a:solidFill>
                  <a:srgbClr val="F4F5EE"/>
                </a:solidFill>
                <a:latin typeface="Arial"/>
                <a:ea typeface="Arial"/>
                <a:cs typeface="Arial"/>
              </a:defRPr>
            </a:lvl1pPr>
            <a:lvl2pPr>
              <a:defRPr sz="3375" b="1">
                <a:solidFill>
                  <a:srgbClr val="F4F5EE"/>
                </a:solidFill>
                <a:latin typeface="Arial"/>
                <a:ea typeface="Arial"/>
                <a:cs typeface="Arial"/>
              </a:defRPr>
            </a:lvl2pPr>
            <a:lvl3pPr>
              <a:defRPr sz="3375" b="1">
                <a:solidFill>
                  <a:srgbClr val="F4F5EE"/>
                </a:solidFill>
                <a:latin typeface="Arial"/>
                <a:ea typeface="Arial"/>
                <a:cs typeface="Arial"/>
              </a:defRPr>
            </a:lvl3pPr>
            <a:lvl4pPr>
              <a:defRPr sz="3375" b="1">
                <a:solidFill>
                  <a:srgbClr val="F4F5EE"/>
                </a:solidFill>
                <a:latin typeface="Arial"/>
                <a:ea typeface="Arial"/>
                <a:cs typeface="Arial"/>
              </a:defRPr>
            </a:lvl4pPr>
            <a:lvl5pPr>
              <a:defRPr sz="3375" b="1">
                <a:solidFill>
                  <a:srgbClr val="F4F5EE"/>
                </a:solidFill>
                <a:latin typeface="Arial"/>
                <a:ea typeface="Arial"/>
                <a:cs typeface="Arial"/>
              </a:defRPr>
            </a:lvl5pPr>
            <a:lvl6pPr>
              <a:defRPr sz="3375" b="1">
                <a:solidFill>
                  <a:srgbClr val="F4F5EE"/>
                </a:solidFill>
                <a:latin typeface="Arial"/>
                <a:ea typeface="Arial"/>
                <a:cs typeface="Arial"/>
              </a:defRPr>
            </a:lvl6pPr>
            <a:lvl7pPr>
              <a:defRPr sz="3375" b="1">
                <a:solidFill>
                  <a:srgbClr val="F4F5EE"/>
                </a:solidFill>
                <a:latin typeface="Arial"/>
                <a:ea typeface="Arial"/>
                <a:cs typeface="Arial"/>
              </a:defRPr>
            </a:lvl7pPr>
            <a:lvl8pPr>
              <a:defRPr sz="3375" b="1">
                <a:solidFill>
                  <a:srgbClr val="F4F5EE"/>
                </a:solidFill>
                <a:latin typeface="Arial"/>
                <a:ea typeface="Arial"/>
                <a:cs typeface="Arial"/>
              </a:defRPr>
            </a:lvl8pPr>
            <a:lvl9pPr>
              <a:defRPr sz="3375" b="1">
                <a:solidFill>
                  <a:srgbClr val="F4F5EE"/>
                </a:solidFill>
                <a:latin typeface="Arial"/>
                <a:ea typeface="Arial"/>
                <a:cs typeface="Arial"/>
              </a:defRPr>
            </a:lvl9pPr>
          </a:lstStyle>
          <a:p xmlns:a="http://schemas.openxmlformats.org/drawingml/2006/main">
            <a:pPr>
              <a:defRPr sz="3375" b="1">
                <a:solidFill>
                  <a:srgbClr val="F4F5EE"/>
                </a:solidFill>
                <a:latin typeface="Arial"/>
                <a:ea typeface="Arial"/>
                <a:cs typeface="Arial"/>
              </a:defRPr>
            </a:pPr>
            <a:r>
              <a:rPr sz="3375" b="1">
                <a:solidFill>
                  <a:srgbClr val="F4F5EE"/>
                </a:solidFill>
                <a:latin typeface="Arial"/>
                <a:ea typeface="Arial"/>
                <a:cs typeface="Arial"/>
              </a:rPr>
              <a:t>A public execution contract exists</a:t>
            </a:r>
          </a:p>
        </p:txBody>
      </p:sp>
      <p:sp>
        <p:nvSpPr>
          <p:cNvPr id="5" name="">
            <a:extLst xmlns:a="http://schemas.openxmlformats.org/drawingml/2006/main">
              <a:ext uri="{FF2B5EF4-FFF2-40B4-BE49-F238E27FC236}">
                <a16:creationId xmlns:a16="http://schemas.microsoft.com/office/drawing/2014/main" id="{57EE97A0-44F8-49AD-88F0-39436E212C52}"/>
              </a:ext>
            </a:extLst>
          </p:cNvPr>
          <p:cNvSpPr>
            <a:spLocks xmlns:a="http://schemas.openxmlformats.org/drawingml/2006/main" noGrp="1"/>
          </p:cNvSpPr>
          <p:nvPr/>
        </p:nvSpPr>
        <p:spPr>
          <a:xfrm xmlns:a="http://schemas.openxmlformats.org/drawingml/2006/main">
            <a:off x="609600" y="3143250"/>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F4F5EE"/>
                </a:solidFill>
                <a:latin typeface="Arial"/>
                <a:ea typeface="Arial"/>
                <a:cs typeface="Arial"/>
              </a:defRPr>
            </a:defPPr>
            <a:lvl1pPr>
              <a:defRPr sz="2400" b="0">
                <a:solidFill>
                  <a:srgbClr val="F4F5EE"/>
                </a:solidFill>
                <a:latin typeface="Arial"/>
                <a:ea typeface="Arial"/>
                <a:cs typeface="Arial"/>
              </a:defRPr>
            </a:lvl1pPr>
            <a:lvl2pPr>
              <a:defRPr sz="2400" b="0">
                <a:solidFill>
                  <a:srgbClr val="F4F5EE"/>
                </a:solidFill>
                <a:latin typeface="Arial"/>
                <a:ea typeface="Arial"/>
                <a:cs typeface="Arial"/>
              </a:defRPr>
            </a:lvl2pPr>
            <a:lvl3pPr>
              <a:defRPr sz="2400" b="0">
                <a:solidFill>
                  <a:srgbClr val="F4F5EE"/>
                </a:solidFill>
                <a:latin typeface="Arial"/>
                <a:ea typeface="Arial"/>
                <a:cs typeface="Arial"/>
              </a:defRPr>
            </a:lvl3pPr>
            <a:lvl4pPr>
              <a:defRPr sz="2400" b="0">
                <a:solidFill>
                  <a:srgbClr val="F4F5EE"/>
                </a:solidFill>
                <a:latin typeface="Arial"/>
                <a:ea typeface="Arial"/>
                <a:cs typeface="Arial"/>
              </a:defRPr>
            </a:lvl4pPr>
            <a:lvl5pPr>
              <a:defRPr sz="2400" b="0">
                <a:solidFill>
                  <a:srgbClr val="F4F5EE"/>
                </a:solidFill>
                <a:latin typeface="Arial"/>
                <a:ea typeface="Arial"/>
                <a:cs typeface="Arial"/>
              </a:defRPr>
            </a:lvl5pPr>
            <a:lvl6pPr>
              <a:defRPr sz="2400" b="0">
                <a:solidFill>
                  <a:srgbClr val="F4F5EE"/>
                </a:solidFill>
                <a:latin typeface="Arial"/>
                <a:ea typeface="Arial"/>
                <a:cs typeface="Arial"/>
              </a:defRPr>
            </a:lvl6pPr>
            <a:lvl7pPr>
              <a:defRPr sz="2400" b="0">
                <a:solidFill>
                  <a:srgbClr val="F4F5EE"/>
                </a:solidFill>
                <a:latin typeface="Arial"/>
                <a:ea typeface="Arial"/>
                <a:cs typeface="Arial"/>
              </a:defRPr>
            </a:lvl7pPr>
            <a:lvl8pPr>
              <a:defRPr sz="2400" b="0">
                <a:solidFill>
                  <a:srgbClr val="F4F5EE"/>
                </a:solidFill>
                <a:latin typeface="Arial"/>
                <a:ea typeface="Arial"/>
                <a:cs typeface="Arial"/>
              </a:defRPr>
            </a:lvl8pPr>
            <a:lvl9pPr>
              <a:defRPr sz="2400" b="0">
                <a:solidFill>
                  <a:srgbClr val="F4F5EE"/>
                </a:solidFill>
                <a:latin typeface="Arial"/>
                <a:ea typeface="Arial"/>
                <a:cs typeface="Arial"/>
              </a:defRPr>
            </a:lvl9pPr>
          </a:lstStyle>
          <a:p xmlns:a="http://schemas.openxmlformats.org/drawingml/2006/main">
            <a:pPr>
              <a:defRPr sz="2400" b="0">
                <a:solidFill>
                  <a:srgbClr val="F4F5EE"/>
                </a:solidFill>
                <a:latin typeface="Arial"/>
                <a:ea typeface="Arial"/>
                <a:cs typeface="Arial"/>
              </a:defRPr>
            </a:pPr>
            <a:r>
              <a:rPr sz="2400" b="0">
                <a:solidFill>
                  <a:srgbClr val="F4F5EE"/>
                </a:solidFill>
                <a:latin typeface="Arial"/>
                <a:ea typeface="Arial"/>
                <a:cs typeface="Arial"/>
              </a:rPr>
              <a:t>Versioned approval intents and controlled HTTP gateway tests</a:t>
            </a:r>
          </a:p>
          <a:p xmlns:a="http://schemas.openxmlformats.org/drawingml/2006/main">
            <a:pPr>
              <a:defRPr sz="2400" b="0">
                <a:solidFill>
                  <a:srgbClr val="F4F5EE"/>
                </a:solidFill>
                <a:latin typeface="Arial"/>
                <a:ea typeface="Arial"/>
                <a:cs typeface="Arial"/>
              </a:defRPr>
            </a:pPr>
            <a:r>
              <a:rPr sz="2400" b="0">
                <a:solidFill>
                  <a:srgbClr val="F4F5EE"/>
                </a:solidFill>
                <a:latin typeface="Arial"/>
                <a:ea typeface="Arial"/>
                <a:cs typeface="Arial"/>
              </a:rPr>
              <a:t>prepare the boundary for an authoritative private service.</a:t>
            </a:r>
          </a:p>
        </p:txBody>
      </p:sp>
      <p:sp>
        <p:nvSpPr>
          <p:cNvPr id="6" name="">
            <a:extLst xmlns:a="http://schemas.openxmlformats.org/drawingml/2006/main">
              <a:ext uri="{FF2B5EF4-FFF2-40B4-BE49-F238E27FC236}">
                <a16:creationId xmlns:a16="http://schemas.microsoft.com/office/drawing/2014/main" id="{5FBF58BF-DA1A-4BE2-9E73-0E4107D09BD3}"/>
              </a:ext>
            </a:extLst>
          </p:cNvPr>
          <p:cNvSpPr>
            <a:spLocks xmlns:a="http://schemas.openxmlformats.org/drawingml/2006/main" noGrp="1"/>
          </p:cNvSpPr>
          <p:nvPr/>
        </p:nvSpPr>
        <p:spPr>
          <a:xfrm xmlns:a="http://schemas.openxmlformats.org/drawingml/2006/main">
            <a:off x="609600" y="5048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4D3CD"/>
                </a:solidFill>
                <a:latin typeface="Arial"/>
                <a:ea typeface="Arial"/>
                <a:cs typeface="Arial"/>
              </a:defRPr>
            </a:defPPr>
            <a:lvl1pPr>
              <a:defRPr sz="2025" b="0">
                <a:solidFill>
                  <a:srgbClr val="C4D3CD"/>
                </a:solidFill>
                <a:latin typeface="Arial"/>
                <a:ea typeface="Arial"/>
                <a:cs typeface="Arial"/>
              </a:defRPr>
            </a:lvl1pPr>
            <a:lvl2pPr>
              <a:defRPr sz="2025" b="0">
                <a:solidFill>
                  <a:srgbClr val="C4D3CD"/>
                </a:solidFill>
                <a:latin typeface="Arial"/>
                <a:ea typeface="Arial"/>
                <a:cs typeface="Arial"/>
              </a:defRPr>
            </a:lvl2pPr>
            <a:lvl3pPr>
              <a:defRPr sz="2025" b="0">
                <a:solidFill>
                  <a:srgbClr val="C4D3CD"/>
                </a:solidFill>
                <a:latin typeface="Arial"/>
                <a:ea typeface="Arial"/>
                <a:cs typeface="Arial"/>
              </a:defRPr>
            </a:lvl3pPr>
            <a:lvl4pPr>
              <a:defRPr sz="2025" b="0">
                <a:solidFill>
                  <a:srgbClr val="C4D3CD"/>
                </a:solidFill>
                <a:latin typeface="Arial"/>
                <a:ea typeface="Arial"/>
                <a:cs typeface="Arial"/>
              </a:defRPr>
            </a:lvl4pPr>
            <a:lvl5pPr>
              <a:defRPr sz="2025" b="0">
                <a:solidFill>
                  <a:srgbClr val="C4D3CD"/>
                </a:solidFill>
                <a:latin typeface="Arial"/>
                <a:ea typeface="Arial"/>
                <a:cs typeface="Arial"/>
              </a:defRPr>
            </a:lvl5pPr>
            <a:lvl6pPr>
              <a:defRPr sz="2025" b="0">
                <a:solidFill>
                  <a:srgbClr val="C4D3CD"/>
                </a:solidFill>
                <a:latin typeface="Arial"/>
                <a:ea typeface="Arial"/>
                <a:cs typeface="Arial"/>
              </a:defRPr>
            </a:lvl6pPr>
            <a:lvl7pPr>
              <a:defRPr sz="2025" b="0">
                <a:solidFill>
                  <a:srgbClr val="C4D3CD"/>
                </a:solidFill>
                <a:latin typeface="Arial"/>
                <a:ea typeface="Arial"/>
                <a:cs typeface="Arial"/>
              </a:defRPr>
            </a:lvl7pPr>
            <a:lvl8pPr>
              <a:defRPr sz="2025" b="0">
                <a:solidFill>
                  <a:srgbClr val="C4D3CD"/>
                </a:solidFill>
                <a:latin typeface="Arial"/>
                <a:ea typeface="Arial"/>
                <a:cs typeface="Arial"/>
              </a:defRPr>
            </a:lvl8pPr>
            <a:lvl9pPr>
              <a:defRPr sz="2025" b="0">
                <a:solidFill>
                  <a:srgbClr val="C4D3CD"/>
                </a:solidFill>
                <a:latin typeface="Arial"/>
                <a:ea typeface="Arial"/>
                <a:cs typeface="Arial"/>
              </a:defRPr>
            </a:lvl9pPr>
          </a:lstStyle>
          <a:p xmlns:a="http://schemas.openxmlformats.org/drawingml/2006/main">
            <a:pPr>
              <a:defRPr sz="2025" b="0">
                <a:solidFill>
                  <a:srgbClr val="C4D3CD"/>
                </a:solidFill>
                <a:latin typeface="Arial"/>
                <a:ea typeface="Arial"/>
                <a:cs typeface="Arial"/>
              </a:defRPr>
            </a:pPr>
            <a:r>
              <a:rPr sz="2025" b="0">
                <a:solidFill>
                  <a:srgbClr val="C4D3CD"/>
                </a:solidFill>
                <a:latin typeface="Arial"/>
                <a:ea typeface="Arial"/>
                <a:cs typeface="Arial"/>
              </a:rPr>
              <a:t>Real identity, provider acceptance, jobs and payments remain future work.</a:t>
            </a:r>
          </a:p>
          <a:p xmlns:a="http://schemas.openxmlformats.org/drawingml/2006/main">
            <a:pPr>
              <a:defRPr sz="2025" b="0">
                <a:solidFill>
                  <a:srgbClr val="C4D3CD"/>
                </a:solidFill>
                <a:latin typeface="Arial"/>
                <a:ea typeface="Arial"/>
                <a:cs typeface="Arial"/>
              </a:defRPr>
            </a:pPr>
            <a:r>
              <a:rPr sz="2025" b="0">
                <a:solidFill>
                  <a:srgbClr val="C4D3CD"/>
                </a:solidFill>
                <a:latin typeface="Arial"/>
                <a:ea typeface="Arial"/>
                <a:cs typeface="Arial"/>
              </a:rPr>
              <a:t>Current execution uses the local simulator.</a:t>
            </a:r>
          </a:p>
        </p:txBody>
      </p:sp>
    </p:spTree>
    <p:extLst>
      <p:ext uri="{BB962C8B-B14F-4D97-AF65-F5344CB8AC3E}">
        <p14:creationId xmlns:p14="http://schemas.microsoft.com/office/powerpoint/2010/main" val="1160447891"/>
      </p:ext>
    </p:extLst>
  </p:cSld>
</p:sld>
</file>

<file path=ppt/slides/slide10.xml><?xml version="1.0" encoding="utf-8"?>
<p:sld xmlns:p="http://schemas.openxmlformats.org/presentationml/2006/main">
  <p:cSld>
    <p:bg>
      <p:bgPr>
        <a:solidFill xmlns:a="http://schemas.openxmlformats.org/drawingml/2006/main">
          <a:srgbClr val="F4F5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6B0D652-5DB5-458D-83B8-9C441D41C5B2}"/>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3744"/>
                </a:solidFill>
                <a:latin typeface="Arial"/>
                <a:ea typeface="Arial"/>
                <a:cs typeface="Arial"/>
              </a:defRPr>
            </a:defPPr>
            <a:lvl1pPr>
              <a:defRPr sz="3300" b="1">
                <a:solidFill>
                  <a:srgbClr val="183744"/>
                </a:solidFill>
                <a:latin typeface="Arial"/>
                <a:ea typeface="Arial"/>
                <a:cs typeface="Arial"/>
              </a:defRPr>
            </a:lvl1pPr>
            <a:lvl2pPr>
              <a:defRPr sz="3300" b="1">
                <a:solidFill>
                  <a:srgbClr val="183744"/>
                </a:solidFill>
                <a:latin typeface="Arial"/>
                <a:ea typeface="Arial"/>
                <a:cs typeface="Arial"/>
              </a:defRPr>
            </a:lvl2pPr>
            <a:lvl3pPr>
              <a:defRPr sz="3300" b="1">
                <a:solidFill>
                  <a:srgbClr val="183744"/>
                </a:solidFill>
                <a:latin typeface="Arial"/>
                <a:ea typeface="Arial"/>
                <a:cs typeface="Arial"/>
              </a:defRPr>
            </a:lvl3pPr>
            <a:lvl4pPr>
              <a:defRPr sz="3300" b="1">
                <a:solidFill>
                  <a:srgbClr val="183744"/>
                </a:solidFill>
                <a:latin typeface="Arial"/>
                <a:ea typeface="Arial"/>
                <a:cs typeface="Arial"/>
              </a:defRPr>
            </a:lvl4pPr>
            <a:lvl5pPr>
              <a:defRPr sz="3300" b="1">
                <a:solidFill>
                  <a:srgbClr val="183744"/>
                </a:solidFill>
                <a:latin typeface="Arial"/>
                <a:ea typeface="Arial"/>
                <a:cs typeface="Arial"/>
              </a:defRPr>
            </a:lvl5pPr>
            <a:lvl6pPr>
              <a:defRPr sz="3300" b="1">
                <a:solidFill>
                  <a:srgbClr val="183744"/>
                </a:solidFill>
                <a:latin typeface="Arial"/>
                <a:ea typeface="Arial"/>
                <a:cs typeface="Arial"/>
              </a:defRPr>
            </a:lvl6pPr>
            <a:lvl7pPr>
              <a:defRPr sz="3300" b="1">
                <a:solidFill>
                  <a:srgbClr val="183744"/>
                </a:solidFill>
                <a:latin typeface="Arial"/>
                <a:ea typeface="Arial"/>
                <a:cs typeface="Arial"/>
              </a:defRPr>
            </a:lvl7pPr>
            <a:lvl8pPr>
              <a:defRPr sz="3300" b="1">
                <a:solidFill>
                  <a:srgbClr val="183744"/>
                </a:solidFill>
                <a:latin typeface="Arial"/>
                <a:ea typeface="Arial"/>
                <a:cs typeface="Arial"/>
              </a:defRPr>
            </a:lvl8pPr>
            <a:lvl9pPr>
              <a:defRPr sz="3300" b="1">
                <a:solidFill>
                  <a:srgbClr val="183744"/>
                </a:solidFill>
                <a:latin typeface="Arial"/>
                <a:ea typeface="Arial"/>
                <a:cs typeface="Arial"/>
              </a:defRPr>
            </a:lvl9pPr>
          </a:lstStyle>
          <a:p xmlns:a="http://schemas.openxmlformats.org/drawingml/2006/main">
            <a:pPr>
              <a:defRPr sz="3300" b="1">
                <a:solidFill>
                  <a:srgbClr val="183744"/>
                </a:solidFill>
                <a:latin typeface="Arial"/>
                <a:ea typeface="Arial"/>
                <a:cs typeface="Arial"/>
              </a:defRPr>
            </a:pPr>
            <a:r>
              <a:rPr sz="3300" b="1">
                <a:solidFill>
                  <a:srgbClr val="183744"/>
                </a:solidFill>
                <a:latin typeface="Arial"/>
                <a:ea typeface="Arial"/>
                <a:cs typeface="Arial"/>
              </a:rPr>
              <a:t>Reproduce the sample</a:t>
            </a:r>
          </a:p>
        </p:txBody>
      </p:sp>
      <p:sp>
        <p:nvSpPr>
          <p:cNvPr id="2" name="">
            <a:extLst xmlns:a="http://schemas.openxmlformats.org/drawingml/2006/main">
              <a:ext uri="{FF2B5EF4-FFF2-40B4-BE49-F238E27FC236}">
                <a16:creationId xmlns:a16="http://schemas.microsoft.com/office/drawing/2014/main" id="{44F3B5E9-6C20-475B-858A-67798CB23C2B}"/>
              </a:ext>
            </a:extLst>
          </p:cNvPr>
          <p:cNvSpPr>
            <a:spLocks xmlns:a="http://schemas.openxmlformats.org/drawingml/2006/main" noGrp="1"/>
          </p:cNvSpPr>
          <p:nvPr/>
        </p:nvSpPr>
        <p:spPr>
          <a:xfrm xmlns:a="http://schemas.openxmlformats.org/drawingml/2006/main">
            <a:off x="609600" y="642937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66A"/>
                </a:solidFill>
                <a:latin typeface="Arial"/>
                <a:ea typeface="Arial"/>
                <a:cs typeface="Arial"/>
              </a:defRPr>
            </a:defPPr>
            <a:lvl1pPr>
              <a:defRPr sz="1200" b="0">
                <a:solidFill>
                  <a:srgbClr val="52666A"/>
                </a:solidFill>
                <a:latin typeface="Arial"/>
                <a:ea typeface="Arial"/>
                <a:cs typeface="Arial"/>
              </a:defRPr>
            </a:lvl1pPr>
            <a:lvl2pPr>
              <a:defRPr sz="1200" b="0">
                <a:solidFill>
                  <a:srgbClr val="52666A"/>
                </a:solidFill>
                <a:latin typeface="Arial"/>
                <a:ea typeface="Arial"/>
                <a:cs typeface="Arial"/>
              </a:defRPr>
            </a:lvl2pPr>
            <a:lvl3pPr>
              <a:defRPr sz="1200" b="0">
                <a:solidFill>
                  <a:srgbClr val="52666A"/>
                </a:solidFill>
                <a:latin typeface="Arial"/>
                <a:ea typeface="Arial"/>
                <a:cs typeface="Arial"/>
              </a:defRPr>
            </a:lvl3pPr>
            <a:lvl4pPr>
              <a:defRPr sz="1200" b="0">
                <a:solidFill>
                  <a:srgbClr val="52666A"/>
                </a:solidFill>
                <a:latin typeface="Arial"/>
                <a:ea typeface="Arial"/>
                <a:cs typeface="Arial"/>
              </a:defRPr>
            </a:lvl4pPr>
            <a:lvl5pPr>
              <a:defRPr sz="1200" b="0">
                <a:solidFill>
                  <a:srgbClr val="52666A"/>
                </a:solidFill>
                <a:latin typeface="Arial"/>
                <a:ea typeface="Arial"/>
                <a:cs typeface="Arial"/>
              </a:defRPr>
            </a:lvl5pPr>
            <a:lvl6pPr>
              <a:defRPr sz="1200" b="0">
                <a:solidFill>
                  <a:srgbClr val="52666A"/>
                </a:solidFill>
                <a:latin typeface="Arial"/>
                <a:ea typeface="Arial"/>
                <a:cs typeface="Arial"/>
              </a:defRPr>
            </a:lvl6pPr>
            <a:lvl7pPr>
              <a:defRPr sz="1200" b="0">
                <a:solidFill>
                  <a:srgbClr val="52666A"/>
                </a:solidFill>
                <a:latin typeface="Arial"/>
                <a:ea typeface="Arial"/>
                <a:cs typeface="Arial"/>
              </a:defRPr>
            </a:lvl7pPr>
            <a:lvl8pPr>
              <a:defRPr sz="1200" b="0">
                <a:solidFill>
                  <a:srgbClr val="52666A"/>
                </a:solidFill>
                <a:latin typeface="Arial"/>
                <a:ea typeface="Arial"/>
                <a:cs typeface="Arial"/>
              </a:defRPr>
            </a:lvl8pPr>
            <a:lvl9pPr>
              <a:defRPr sz="1200" b="0">
                <a:solidFill>
                  <a:srgbClr val="52666A"/>
                </a:solidFill>
                <a:latin typeface="Arial"/>
                <a:ea typeface="Arial"/>
                <a:cs typeface="Arial"/>
              </a:defRPr>
            </a:lvl9pPr>
          </a:lstStyle>
          <a:p xmlns:a="http://schemas.openxmlformats.org/drawingml/2006/main">
            <a:pPr>
              <a:defRPr sz="1200" b="0">
                <a:solidFill>
                  <a:srgbClr val="52666A"/>
                </a:solidFill>
                <a:latin typeface="Arial"/>
                <a:ea typeface="Arial"/>
                <a:cs typeface="Arial"/>
              </a:defRPr>
            </a:pPr>
            <a:r>
              <a:rPr sz="1200" b="0">
                <a:solidFill>
                  <a:srgbClr val="52666A"/>
                </a:solidFill>
                <a:latin typeface="Arial"/>
                <a:ea typeface="Arial"/>
                <a:cs typeface="Arial"/>
              </a:rPr>
              <a:t>ROVER Relay / Event candidate / October 22, 2026</a:t>
            </a:r>
          </a:p>
        </p:txBody>
      </p:sp>
      <p:sp>
        <p:nvSpPr>
          <p:cNvPr id="3" name="">
            <a:extLst xmlns:a="http://schemas.openxmlformats.org/drawingml/2006/main">
              <a:ext uri="{FF2B5EF4-FFF2-40B4-BE49-F238E27FC236}">
                <a16:creationId xmlns:a16="http://schemas.microsoft.com/office/drawing/2014/main" id="{5917D35C-EEFC-4EE0-A26A-EE8F9008DF36}"/>
              </a:ext>
            </a:extLst>
          </p:cNvPr>
          <p:cNvSpPr>
            <a:spLocks xmlns:a="http://schemas.openxmlformats.org/drawingml/2006/main" noGrp="1"/>
          </p:cNvSpPr>
          <p:nvPr/>
        </p:nvSpPr>
        <p:spPr>
          <a:xfrm xmlns:a="http://schemas.openxmlformats.org/drawingml/2006/main">
            <a:off x="1106805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66A"/>
                </a:solidFill>
                <a:latin typeface="Arial"/>
                <a:ea typeface="Arial"/>
                <a:cs typeface="Arial"/>
              </a:defRPr>
            </a:defPPr>
            <a:lvl1pPr>
              <a:defRPr sz="1200" b="0">
                <a:solidFill>
                  <a:srgbClr val="52666A"/>
                </a:solidFill>
                <a:latin typeface="Arial"/>
                <a:ea typeface="Arial"/>
                <a:cs typeface="Arial"/>
              </a:defRPr>
            </a:lvl1pPr>
            <a:lvl2pPr>
              <a:defRPr sz="1200" b="0">
                <a:solidFill>
                  <a:srgbClr val="52666A"/>
                </a:solidFill>
                <a:latin typeface="Arial"/>
                <a:ea typeface="Arial"/>
                <a:cs typeface="Arial"/>
              </a:defRPr>
            </a:lvl2pPr>
            <a:lvl3pPr>
              <a:defRPr sz="1200" b="0">
                <a:solidFill>
                  <a:srgbClr val="52666A"/>
                </a:solidFill>
                <a:latin typeface="Arial"/>
                <a:ea typeface="Arial"/>
                <a:cs typeface="Arial"/>
              </a:defRPr>
            </a:lvl3pPr>
            <a:lvl4pPr>
              <a:defRPr sz="1200" b="0">
                <a:solidFill>
                  <a:srgbClr val="52666A"/>
                </a:solidFill>
                <a:latin typeface="Arial"/>
                <a:ea typeface="Arial"/>
                <a:cs typeface="Arial"/>
              </a:defRPr>
            </a:lvl4pPr>
            <a:lvl5pPr>
              <a:defRPr sz="1200" b="0">
                <a:solidFill>
                  <a:srgbClr val="52666A"/>
                </a:solidFill>
                <a:latin typeface="Arial"/>
                <a:ea typeface="Arial"/>
                <a:cs typeface="Arial"/>
              </a:defRPr>
            </a:lvl5pPr>
            <a:lvl6pPr>
              <a:defRPr sz="1200" b="0">
                <a:solidFill>
                  <a:srgbClr val="52666A"/>
                </a:solidFill>
                <a:latin typeface="Arial"/>
                <a:ea typeface="Arial"/>
                <a:cs typeface="Arial"/>
              </a:defRPr>
            </a:lvl6pPr>
            <a:lvl7pPr>
              <a:defRPr sz="1200" b="0">
                <a:solidFill>
                  <a:srgbClr val="52666A"/>
                </a:solidFill>
                <a:latin typeface="Arial"/>
                <a:ea typeface="Arial"/>
                <a:cs typeface="Arial"/>
              </a:defRPr>
            </a:lvl7pPr>
            <a:lvl8pPr>
              <a:defRPr sz="1200" b="0">
                <a:solidFill>
                  <a:srgbClr val="52666A"/>
                </a:solidFill>
                <a:latin typeface="Arial"/>
                <a:ea typeface="Arial"/>
                <a:cs typeface="Arial"/>
              </a:defRPr>
            </a:lvl8pPr>
            <a:lvl9pPr>
              <a:defRPr sz="1200" b="0">
                <a:solidFill>
                  <a:srgbClr val="52666A"/>
                </a:solidFill>
                <a:latin typeface="Arial"/>
                <a:ea typeface="Arial"/>
                <a:cs typeface="Arial"/>
              </a:defRPr>
            </a:lvl9pPr>
          </a:lstStyle>
          <a:p xmlns:a="http://schemas.openxmlformats.org/drawingml/2006/main">
            <a:pPr>
              <a:defRPr sz="1200" b="0">
                <a:solidFill>
                  <a:srgbClr val="52666A"/>
                </a:solidFill>
                <a:latin typeface="Arial"/>
                <a:ea typeface="Arial"/>
                <a:cs typeface="Arial"/>
              </a:defRPr>
            </a:pPr>
            <a:r>
              <a:rPr sz="1200" b="0">
                <a:solidFill>
                  <a:srgbClr val="52666A"/>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B744F955-04AB-4216-AEDA-8D616C37079D}"/>
              </a:ext>
            </a:extLst>
          </p:cNvPr>
          <p:cNvSpPr>
            <a:spLocks xmlns:a="http://schemas.openxmlformats.org/drawingml/2006/main" noGrp="1"/>
          </p:cNvSpPr>
          <p:nvPr/>
        </p:nvSpPr>
        <p:spPr>
          <a:xfrm xmlns:a="http://schemas.openxmlformats.org/drawingml/2006/main">
            <a:off x="609600" y="1638300"/>
            <a:ext cx="1085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83744"/>
                </a:solidFill>
                <a:latin typeface="Arial"/>
                <a:ea typeface="Arial"/>
                <a:cs typeface="Arial"/>
              </a:defRPr>
            </a:defPPr>
            <a:lvl1pPr>
              <a:defRPr sz="2175" b="1">
                <a:solidFill>
                  <a:srgbClr val="183744"/>
                </a:solidFill>
                <a:latin typeface="Arial"/>
                <a:ea typeface="Arial"/>
                <a:cs typeface="Arial"/>
              </a:defRPr>
            </a:lvl1pPr>
            <a:lvl2pPr>
              <a:defRPr sz="2175" b="1">
                <a:solidFill>
                  <a:srgbClr val="183744"/>
                </a:solidFill>
                <a:latin typeface="Arial"/>
                <a:ea typeface="Arial"/>
                <a:cs typeface="Arial"/>
              </a:defRPr>
            </a:lvl2pPr>
            <a:lvl3pPr>
              <a:defRPr sz="2175" b="1">
                <a:solidFill>
                  <a:srgbClr val="183744"/>
                </a:solidFill>
                <a:latin typeface="Arial"/>
                <a:ea typeface="Arial"/>
                <a:cs typeface="Arial"/>
              </a:defRPr>
            </a:lvl3pPr>
            <a:lvl4pPr>
              <a:defRPr sz="2175" b="1">
                <a:solidFill>
                  <a:srgbClr val="183744"/>
                </a:solidFill>
                <a:latin typeface="Arial"/>
                <a:ea typeface="Arial"/>
                <a:cs typeface="Arial"/>
              </a:defRPr>
            </a:lvl4pPr>
            <a:lvl5pPr>
              <a:defRPr sz="2175" b="1">
                <a:solidFill>
                  <a:srgbClr val="183744"/>
                </a:solidFill>
                <a:latin typeface="Arial"/>
                <a:ea typeface="Arial"/>
                <a:cs typeface="Arial"/>
              </a:defRPr>
            </a:lvl5pPr>
            <a:lvl6pPr>
              <a:defRPr sz="2175" b="1">
                <a:solidFill>
                  <a:srgbClr val="183744"/>
                </a:solidFill>
                <a:latin typeface="Arial"/>
                <a:ea typeface="Arial"/>
                <a:cs typeface="Arial"/>
              </a:defRPr>
            </a:lvl6pPr>
            <a:lvl7pPr>
              <a:defRPr sz="2175" b="1">
                <a:solidFill>
                  <a:srgbClr val="183744"/>
                </a:solidFill>
                <a:latin typeface="Arial"/>
                <a:ea typeface="Arial"/>
                <a:cs typeface="Arial"/>
              </a:defRPr>
            </a:lvl7pPr>
            <a:lvl8pPr>
              <a:defRPr sz="2175" b="1">
                <a:solidFill>
                  <a:srgbClr val="183744"/>
                </a:solidFill>
                <a:latin typeface="Arial"/>
                <a:ea typeface="Arial"/>
                <a:cs typeface="Arial"/>
              </a:defRPr>
            </a:lvl8pPr>
            <a:lvl9pPr>
              <a:defRPr sz="2175" b="1">
                <a:solidFill>
                  <a:srgbClr val="183744"/>
                </a:solidFill>
                <a:latin typeface="Arial"/>
                <a:ea typeface="Arial"/>
                <a:cs typeface="Arial"/>
              </a:defRPr>
            </a:lvl9pPr>
          </a:lstStyle>
          <a:p xmlns:a="http://schemas.openxmlformats.org/drawingml/2006/main">
            <a:pPr>
              <a:defRPr sz="2175" b="1">
                <a:solidFill>
                  <a:srgbClr val="183744"/>
                </a:solidFill>
                <a:latin typeface="Arial"/>
                <a:ea typeface="Arial"/>
                <a:cs typeface="Arial"/>
              </a:defRPr>
            </a:pPr>
            <a:r>
              <a:rPr sz="2175" b="1">
                <a:solidFill>
                  <a:srgbClr val="183744"/>
                </a:solidFill>
                <a:latin typeface="Arial"/>
                <a:ea typeface="Arial"/>
                <a:cs typeface="Arial"/>
              </a:rPr>
              <a:t>npm ci</a:t>
            </a:r>
          </a:p>
          <a:p xmlns:a="http://schemas.openxmlformats.org/drawingml/2006/main">
            <a:pPr>
              <a:defRPr sz="2175" b="1">
                <a:solidFill>
                  <a:srgbClr val="183744"/>
                </a:solidFill>
                <a:latin typeface="Arial"/>
                <a:ea typeface="Arial"/>
                <a:cs typeface="Arial"/>
              </a:defRPr>
            </a:pPr>
            <a:r>
              <a:rPr sz="2175" b="1">
                <a:solidFill>
                  <a:srgbClr val="183744"/>
                </a:solidFill>
                <a:latin typeface="Arial"/>
                <a:ea typeface="Arial"/>
                <a:cs typeface="Arial"/>
              </a:rPr>
              <a:t>npm run build</a:t>
            </a:r>
          </a:p>
          <a:p xmlns:a="http://schemas.openxmlformats.org/drawingml/2006/main">
            <a:pPr>
              <a:defRPr sz="2175" b="1">
                <a:solidFill>
                  <a:srgbClr val="183744"/>
                </a:solidFill>
                <a:latin typeface="Arial"/>
                <a:ea typeface="Arial"/>
                <a:cs typeface="Arial"/>
              </a:defRPr>
            </a:pPr>
            <a:r>
              <a:rPr sz="2175" b="1">
                <a:solidFill>
                  <a:srgbClr val="183744"/>
                </a:solidFill>
                <a:latin typeface="Arial"/>
                <a:ea typeface="Arial"/>
                <a:cs typeface="Arial"/>
              </a:rPr>
              <a:t>npm run local -- start --sample --service=relay --port=4183</a:t>
            </a:r>
          </a:p>
        </p:txBody>
      </p:sp>
      <p:sp>
        <p:nvSpPr>
          <p:cNvPr id="5" name="">
            <a:extLst xmlns:a="http://schemas.openxmlformats.org/drawingml/2006/main">
              <a:ext uri="{FF2B5EF4-FFF2-40B4-BE49-F238E27FC236}">
                <a16:creationId xmlns:a16="http://schemas.microsoft.com/office/drawing/2014/main" id="{868DF9F1-1414-41A4-BA2B-4177ADA9DD7C}"/>
              </a:ext>
            </a:extLst>
          </p:cNvPr>
          <p:cNvSpPr>
            <a:spLocks xmlns:a="http://schemas.openxmlformats.org/drawingml/2006/main" noGrp="1"/>
          </p:cNvSpPr>
          <p:nvPr/>
        </p:nvSpPr>
        <p:spPr>
          <a:xfrm xmlns:a="http://schemas.openxmlformats.org/drawingml/2006/main">
            <a:off x="609600" y="39528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75" b="1">
                <a:solidFill>
                  <a:srgbClr val="146E71"/>
                </a:solidFill>
                <a:latin typeface="Arial"/>
                <a:ea typeface="Arial"/>
                <a:cs typeface="Arial"/>
              </a:defRPr>
            </a:defPPr>
            <a:lvl1pPr>
              <a:defRPr sz="2775" b="1">
                <a:solidFill>
                  <a:srgbClr val="146E71"/>
                </a:solidFill>
                <a:latin typeface="Arial"/>
                <a:ea typeface="Arial"/>
                <a:cs typeface="Arial"/>
              </a:defRPr>
            </a:lvl1pPr>
            <a:lvl2pPr>
              <a:defRPr sz="2775" b="1">
                <a:solidFill>
                  <a:srgbClr val="146E71"/>
                </a:solidFill>
                <a:latin typeface="Arial"/>
                <a:ea typeface="Arial"/>
                <a:cs typeface="Arial"/>
              </a:defRPr>
            </a:lvl2pPr>
            <a:lvl3pPr>
              <a:defRPr sz="2775" b="1">
                <a:solidFill>
                  <a:srgbClr val="146E71"/>
                </a:solidFill>
                <a:latin typeface="Arial"/>
                <a:ea typeface="Arial"/>
                <a:cs typeface="Arial"/>
              </a:defRPr>
            </a:lvl3pPr>
            <a:lvl4pPr>
              <a:defRPr sz="2775" b="1">
                <a:solidFill>
                  <a:srgbClr val="146E71"/>
                </a:solidFill>
                <a:latin typeface="Arial"/>
                <a:ea typeface="Arial"/>
                <a:cs typeface="Arial"/>
              </a:defRPr>
            </a:lvl4pPr>
            <a:lvl5pPr>
              <a:defRPr sz="2775" b="1">
                <a:solidFill>
                  <a:srgbClr val="146E71"/>
                </a:solidFill>
                <a:latin typeface="Arial"/>
                <a:ea typeface="Arial"/>
                <a:cs typeface="Arial"/>
              </a:defRPr>
            </a:lvl5pPr>
            <a:lvl6pPr>
              <a:defRPr sz="2775" b="1">
                <a:solidFill>
                  <a:srgbClr val="146E71"/>
                </a:solidFill>
                <a:latin typeface="Arial"/>
                <a:ea typeface="Arial"/>
                <a:cs typeface="Arial"/>
              </a:defRPr>
            </a:lvl6pPr>
            <a:lvl7pPr>
              <a:defRPr sz="2775" b="1">
                <a:solidFill>
                  <a:srgbClr val="146E71"/>
                </a:solidFill>
                <a:latin typeface="Arial"/>
                <a:ea typeface="Arial"/>
                <a:cs typeface="Arial"/>
              </a:defRPr>
            </a:lvl7pPr>
            <a:lvl8pPr>
              <a:defRPr sz="2775" b="1">
                <a:solidFill>
                  <a:srgbClr val="146E71"/>
                </a:solidFill>
                <a:latin typeface="Arial"/>
                <a:ea typeface="Arial"/>
                <a:cs typeface="Arial"/>
              </a:defRPr>
            </a:lvl8pPr>
            <a:lvl9pPr>
              <a:defRPr sz="2775" b="1">
                <a:solidFill>
                  <a:srgbClr val="146E71"/>
                </a:solidFill>
                <a:latin typeface="Arial"/>
                <a:ea typeface="Arial"/>
                <a:cs typeface="Arial"/>
              </a:defRPr>
            </a:lvl9pPr>
          </a:lstStyle>
          <a:p xmlns:a="http://schemas.openxmlformats.org/drawingml/2006/main">
            <a:pPr>
              <a:defRPr sz="2775" b="1">
                <a:solidFill>
                  <a:srgbClr val="146E71"/>
                </a:solidFill>
                <a:latin typeface="Arial"/>
                <a:ea typeface="Arial"/>
                <a:cs typeface="Arial"/>
              </a:defRPr>
            </a:pPr>
            <a:r>
              <a:rPr sz="2775" b="1">
                <a:solidFill>
                  <a:srgbClr val="146E71"/>
                </a:solidFill>
                <a:latin typeface="Arial"/>
                <a:ea typeface="Arial"/>
                <a:cs typeface="Arial"/>
              </a:rPr>
              <a:t>npm run verify:setup</a:t>
            </a:r>
          </a:p>
        </p:txBody>
      </p:sp>
      <p:sp>
        <p:nvSpPr>
          <p:cNvPr id="6" name="">
            <a:extLst xmlns:a="http://schemas.openxmlformats.org/drawingml/2006/main">
              <a:ext uri="{FF2B5EF4-FFF2-40B4-BE49-F238E27FC236}">
                <a16:creationId xmlns:a16="http://schemas.microsoft.com/office/drawing/2014/main" id="{F44802A4-1385-4DF0-A617-041CE9E52666}"/>
              </a:ext>
            </a:extLst>
          </p:cNvPr>
          <p:cNvSpPr>
            <a:spLocks xmlns:a="http://schemas.openxmlformats.org/drawingml/2006/main" noGrp="1"/>
          </p:cNvSpPr>
          <p:nvPr/>
        </p:nvSpPr>
        <p:spPr>
          <a:xfrm xmlns:a="http://schemas.openxmlformats.org/drawingml/2006/main">
            <a:off x="609600" y="504825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83744"/>
                </a:solidFill>
                <a:latin typeface="Arial"/>
                <a:ea typeface="Arial"/>
                <a:cs typeface="Arial"/>
              </a:defRPr>
            </a:defPPr>
            <a:lvl1pPr>
              <a:defRPr sz="2025" b="0">
                <a:solidFill>
                  <a:srgbClr val="183744"/>
                </a:solidFill>
                <a:latin typeface="Arial"/>
                <a:ea typeface="Arial"/>
                <a:cs typeface="Arial"/>
              </a:defRPr>
            </a:lvl1pPr>
            <a:lvl2pPr>
              <a:defRPr sz="2025" b="0">
                <a:solidFill>
                  <a:srgbClr val="183744"/>
                </a:solidFill>
                <a:latin typeface="Arial"/>
                <a:ea typeface="Arial"/>
                <a:cs typeface="Arial"/>
              </a:defRPr>
            </a:lvl2pPr>
            <a:lvl3pPr>
              <a:defRPr sz="2025" b="0">
                <a:solidFill>
                  <a:srgbClr val="183744"/>
                </a:solidFill>
                <a:latin typeface="Arial"/>
                <a:ea typeface="Arial"/>
                <a:cs typeface="Arial"/>
              </a:defRPr>
            </a:lvl3pPr>
            <a:lvl4pPr>
              <a:defRPr sz="2025" b="0">
                <a:solidFill>
                  <a:srgbClr val="183744"/>
                </a:solidFill>
                <a:latin typeface="Arial"/>
                <a:ea typeface="Arial"/>
                <a:cs typeface="Arial"/>
              </a:defRPr>
            </a:lvl4pPr>
            <a:lvl5pPr>
              <a:defRPr sz="2025" b="0">
                <a:solidFill>
                  <a:srgbClr val="183744"/>
                </a:solidFill>
                <a:latin typeface="Arial"/>
                <a:ea typeface="Arial"/>
                <a:cs typeface="Arial"/>
              </a:defRPr>
            </a:lvl5pPr>
            <a:lvl6pPr>
              <a:defRPr sz="2025" b="0">
                <a:solidFill>
                  <a:srgbClr val="183744"/>
                </a:solidFill>
                <a:latin typeface="Arial"/>
                <a:ea typeface="Arial"/>
                <a:cs typeface="Arial"/>
              </a:defRPr>
            </a:lvl6pPr>
            <a:lvl7pPr>
              <a:defRPr sz="2025" b="0">
                <a:solidFill>
                  <a:srgbClr val="183744"/>
                </a:solidFill>
                <a:latin typeface="Arial"/>
                <a:ea typeface="Arial"/>
                <a:cs typeface="Arial"/>
              </a:defRPr>
            </a:lvl7pPr>
            <a:lvl8pPr>
              <a:defRPr sz="2025" b="0">
                <a:solidFill>
                  <a:srgbClr val="183744"/>
                </a:solidFill>
                <a:latin typeface="Arial"/>
                <a:ea typeface="Arial"/>
                <a:cs typeface="Arial"/>
              </a:defRPr>
            </a:lvl8pPr>
            <a:lvl9pPr>
              <a:defRPr sz="2025" b="0">
                <a:solidFill>
                  <a:srgbClr val="183744"/>
                </a:solidFill>
                <a:latin typeface="Arial"/>
                <a:ea typeface="Arial"/>
                <a:cs typeface="Arial"/>
              </a:defRPr>
            </a:lvl9pPr>
          </a:lstStyle>
          <a:p xmlns:a="http://schemas.openxmlformats.org/drawingml/2006/main">
            <a:pPr>
              <a:defRPr sz="2025" b="0">
                <a:solidFill>
                  <a:srgbClr val="183744"/>
                </a:solidFill>
                <a:latin typeface="Arial"/>
                <a:ea typeface="Arial"/>
                <a:cs typeface="Arial"/>
              </a:defRPr>
            </a:pPr>
            <a:r>
              <a:rPr sz="2025" b="0">
                <a:solidFill>
                  <a:srgbClr val="183744"/>
                </a:solidFill>
                <a:latin typeface="Arial"/>
                <a:ea typeface="Arial"/>
                <a:cs typeface="Arial"/>
              </a:rPr>
              <a:t>CPU sample. Real H-MEM. No sponsor calls at runtime.</a:t>
            </a:r>
          </a:p>
          <a:p xmlns:a="http://schemas.openxmlformats.org/drawingml/2006/main">
            <a:pPr>
              <a:defRPr sz="2025" b="0">
                <a:solidFill>
                  <a:srgbClr val="183744"/>
                </a:solidFill>
                <a:latin typeface="Arial"/>
                <a:ea typeface="Arial"/>
                <a:cs typeface="Arial"/>
              </a:defRPr>
            </a:pPr>
            <a:r>
              <a:rPr sz="2025" b="0">
                <a:solidFill>
                  <a:srgbClr val="183744"/>
                </a:solidFill>
                <a:latin typeface="Arial"/>
                <a:ea typeface="Arial"/>
                <a:cs typeface="Arial"/>
              </a:rPr>
              <a:t>Local deck and storyboard ready. Final recording and submission pending.</a:t>
            </a:r>
          </a:p>
        </p:txBody>
      </p:sp>
    </p:spTree>
    <p:extLst>
      <p:ext uri="{BB962C8B-B14F-4D97-AF65-F5344CB8AC3E}">
        <p14:creationId xmlns:p14="http://schemas.microsoft.com/office/powerpoint/2010/main" val="4285140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2026-10-23T04:27:22.8470000Z</dcterms:created>
  <dcterms:modified xsi:type="dcterms:W3CDTF">2026-10-23T04:27:22.8480000Z</dcterms:modified>
</coreProperties>
</file>